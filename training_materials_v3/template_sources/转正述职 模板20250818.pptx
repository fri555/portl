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03" r:id="rId3"/>
    <p:sldId id="282" r:id="rId4"/>
    <p:sldId id="283" r:id="rId5"/>
    <p:sldId id="286" r:id="rId6"/>
    <p:sldId id="287" r:id="rId7"/>
    <p:sldId id="297" r:id="rId8"/>
    <p:sldId id="299" r:id="rId9"/>
    <p:sldId id="304" r:id="rId10"/>
  </p:sldIdLst>
  <p:sldSz cx="12192000" cy="6858000"/>
  <p:notesSz cx="6858000" cy="9144000"/>
  <p:embeddedFontLst>
    <p:embeddedFont>
      <p:font typeface="思源黑体 CN Normal" panose="020B0400000000000000" pitchFamily="34" charset="-122"/>
      <p:regular r:id="rId16"/>
    </p:embeddedFont>
    <p:embeddedFont>
      <p:font typeface="微软雅黑" panose="020B0503020204020204" charset="-122"/>
      <p:regular r:id="rId17"/>
    </p:embeddedFont>
  </p:embeddedFontLst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8" userDrawn="1">
          <p15:clr>
            <a:srgbClr val="A4A3A4"/>
          </p15:clr>
        </p15:guide>
        <p15:guide id="2" pos="3839" userDrawn="1">
          <p15:clr>
            <a:srgbClr val="A4A3A4"/>
          </p15:clr>
        </p15:guide>
        <p15:guide id="3" pos="472" userDrawn="1">
          <p15:clr>
            <a:srgbClr val="A4A3A4"/>
          </p15:clr>
        </p15:guide>
        <p15:guide id="4" orient="horz" pos="545" userDrawn="1">
          <p15:clr>
            <a:srgbClr val="A4A3A4"/>
          </p15:clr>
        </p15:guide>
        <p15:guide id="5" orient="horz" pos="3816" userDrawn="1">
          <p15:clr>
            <a:srgbClr val="A4A3A4"/>
          </p15:clr>
        </p15:guide>
        <p15:guide id="6" pos="7176" userDrawn="1">
          <p15:clr>
            <a:srgbClr val="A4A3A4"/>
          </p15:clr>
        </p15:guide>
        <p15:guide id="7" pos="7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A29"/>
    <a:srgbClr val="FF6C0D"/>
    <a:srgbClr val="FF9E63"/>
    <a:srgbClr val="E9F9FD"/>
    <a:srgbClr val="2FC5D9"/>
    <a:srgbClr val="D9F4FB"/>
    <a:srgbClr val="BBECF3"/>
    <a:srgbClr val="8DE0EB"/>
    <a:srgbClr val="02191F"/>
    <a:srgbClr val="27B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96" y="294"/>
      </p:cViewPr>
      <p:guideLst>
        <p:guide orient="horz" pos="2288"/>
        <p:guide pos="3839"/>
        <p:guide pos="472"/>
        <p:guide orient="horz" pos="545"/>
        <p:guide orient="horz" pos="3816"/>
        <p:guide pos="7176"/>
        <p:guide pos="7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3.xml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</a:fld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</a:fld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flip="none" rotWithShape="1">
          <a:gsLst>
            <a:gs pos="0">
              <a:srgbClr val="FF9E63">
                <a:alpha val="20000"/>
              </a:srgbClr>
            </a:gs>
            <a:gs pos="47000">
              <a:srgbClr val="FF9E63">
                <a:alpha val="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FBFD-6F5E-435A-8FD7-8148275F50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4E3DB-6995-4954-A9E3-119125B031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FBFD-6F5E-435A-8FD7-8148275F50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4E3DB-6995-4954-A9E3-119125B031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FBFD-6F5E-435A-8FD7-8148275F50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4E3DB-6995-4954-A9E3-119125B031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FBFD-6F5E-435A-8FD7-8148275F50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4E3DB-6995-4954-A9E3-119125B031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FBFD-6F5E-435A-8FD7-8148275F50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4E3DB-6995-4954-A9E3-119125B031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FBFD-6F5E-435A-8FD7-8148275F50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4E3DB-6995-4954-A9E3-119125B031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 flip="none" rotWithShape="1">
          <a:gsLst>
            <a:gs pos="97248">
              <a:srgbClr val="FF9E63">
                <a:alpha val="20000"/>
              </a:srgbClr>
            </a:gs>
            <a:gs pos="0">
              <a:schemeClr val="bg1"/>
            </a:gs>
            <a:gs pos="52000">
              <a:srgbClr val="FF9E63">
                <a:alpha val="32000"/>
                <a:lumMod val="5000"/>
                <a:lumOff val="95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FBFD-6F5E-435A-8FD7-8148275F50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4E3DB-6995-4954-A9E3-119125B031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FBFD-6F5E-435A-8FD7-8148275F50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4E3DB-6995-4954-A9E3-119125B031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FBFD-6F5E-435A-8FD7-8148275F50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4E3DB-6995-4954-A9E3-119125B031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FBFD-6F5E-435A-8FD7-8148275F50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4E3DB-6995-4954-A9E3-119125B031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FBFD-6F5E-435A-8FD7-8148275F50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4E3DB-6995-4954-A9E3-119125B031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9E63">
                <a:alpha val="30000"/>
              </a:srgbClr>
            </a:gs>
            <a:gs pos="47000">
              <a:srgbClr val="FF9E63">
                <a:alpha val="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pitchFamily="34" charset="-122"/>
              </a:defRPr>
            </a:lvl1pPr>
          </a:lstStyle>
          <a:p>
            <a:fld id="{0BA1FBFD-6F5E-435A-8FD7-8148275F50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pitchFamily="34" charset="-122"/>
              </a:defRPr>
            </a:lvl1pPr>
          </a:lstStyle>
          <a:p>
            <a:fld id="{C354E3DB-6995-4954-A9E3-119125B031E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.png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1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.png"/><Relationship Id="rId7" Type="http://schemas.openxmlformats.org/officeDocument/2006/relationships/tags" Target="../tags/tag1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tags" Target="../tags/tag18.xml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.png"/><Relationship Id="rId7" Type="http://schemas.openxmlformats.org/officeDocument/2006/relationships/tags" Target="../tags/tag19.xml"/><Relationship Id="rId6" Type="http://schemas.microsoft.com/office/2007/relationships/hdphoto" Target="../media/image16.wdp"/><Relationship Id="rId5" Type="http://schemas.openxmlformats.org/officeDocument/2006/relationships/image" Target="../media/image15.png"/><Relationship Id="rId4" Type="http://schemas.microsoft.com/office/2007/relationships/hdphoto" Target="../media/image14.wdp"/><Relationship Id="rId3" Type="http://schemas.openxmlformats.org/officeDocument/2006/relationships/image" Target="../media/image13.png"/><Relationship Id="rId2" Type="http://schemas.microsoft.com/office/2007/relationships/hdphoto" Target="../media/image12.wdp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1007110" y="1213485"/>
            <a:ext cx="5882640" cy="2755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cap="all" dirty="0">
                <a:ln>
                  <a:noFill/>
                </a:ln>
                <a:solidFill>
                  <a:srgbClr val="FF7A29"/>
                </a:solidFill>
                <a:latin typeface="+mj-ea"/>
                <a:ea typeface="+mj-ea"/>
              </a:rPr>
              <a:t>Hundred-person reserve training program</a:t>
            </a:r>
            <a:endParaRPr lang="en-US" altLang="zh-CN" sz="1200" cap="all" dirty="0">
              <a:ln>
                <a:noFill/>
              </a:ln>
              <a:solidFill>
                <a:srgbClr val="FF7A29"/>
              </a:solidFill>
              <a:latin typeface="+mj-ea"/>
              <a:ea typeface="+mj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07110" y="4141304"/>
            <a:ext cx="5044817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汇报：储备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期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时间：20250923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: 空心 34"/>
          <p:cNvSpPr/>
          <p:nvPr/>
        </p:nvSpPr>
        <p:spPr>
          <a:xfrm rot="18000000">
            <a:off x="7463790" y="754380"/>
            <a:ext cx="5303520" cy="5303520"/>
          </a:xfrm>
          <a:prstGeom prst="donut">
            <a:avLst>
              <a:gd name="adj" fmla="val 19187"/>
            </a:avLst>
          </a:prstGeom>
          <a:gradFill flip="none" rotWithShape="1">
            <a:gsLst>
              <a:gs pos="0">
                <a:srgbClr val="FF9E63">
                  <a:alpha val="0"/>
                </a:srgbClr>
              </a:gs>
              <a:gs pos="99000">
                <a:srgbClr val="FF9E63">
                  <a:alpha val="10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rcRect r="14623" b="49190"/>
          <a:stretch>
            <a:fillRect/>
          </a:stretch>
        </p:blipFill>
        <p:spPr>
          <a:xfrm>
            <a:off x="7006590" y="2026920"/>
            <a:ext cx="5092065" cy="4030980"/>
          </a:xfrm>
          <a:prstGeom prst="rect">
            <a:avLst/>
          </a:prstGeom>
        </p:spPr>
      </p:pic>
      <p:sp>
        <p:nvSpPr>
          <p:cNvPr id="37" name="任意多边形 36"/>
          <p:cNvSpPr/>
          <p:nvPr/>
        </p:nvSpPr>
        <p:spPr>
          <a:xfrm flipH="1">
            <a:off x="0" y="3812540"/>
            <a:ext cx="12192000" cy="304546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9189" h="4796">
                <a:moveTo>
                  <a:pt x="19189" y="2987"/>
                </a:moveTo>
                <a:lnTo>
                  <a:pt x="19189" y="4796"/>
                </a:lnTo>
                <a:lnTo>
                  <a:pt x="0" y="4796"/>
                </a:lnTo>
                <a:lnTo>
                  <a:pt x="0" y="0"/>
                </a:lnTo>
                <a:lnTo>
                  <a:pt x="77" y="65"/>
                </a:lnTo>
                <a:lnTo>
                  <a:pt x="294" y="237"/>
                </a:lnTo>
                <a:lnTo>
                  <a:pt x="517" y="405"/>
                </a:lnTo>
                <a:lnTo>
                  <a:pt x="747" y="571"/>
                </a:lnTo>
                <a:lnTo>
                  <a:pt x="985" y="733"/>
                </a:lnTo>
                <a:lnTo>
                  <a:pt x="1229" y="892"/>
                </a:lnTo>
                <a:lnTo>
                  <a:pt x="1480" y="1047"/>
                </a:lnTo>
                <a:lnTo>
                  <a:pt x="1738" y="1199"/>
                </a:lnTo>
                <a:lnTo>
                  <a:pt x="2002" y="1348"/>
                </a:lnTo>
                <a:lnTo>
                  <a:pt x="2272" y="1492"/>
                </a:lnTo>
                <a:lnTo>
                  <a:pt x="2549" y="1633"/>
                </a:lnTo>
                <a:lnTo>
                  <a:pt x="2831" y="1771"/>
                </a:lnTo>
                <a:lnTo>
                  <a:pt x="3120" y="1904"/>
                </a:lnTo>
                <a:lnTo>
                  <a:pt x="3414" y="2034"/>
                </a:lnTo>
                <a:lnTo>
                  <a:pt x="3714" y="2159"/>
                </a:lnTo>
                <a:lnTo>
                  <a:pt x="4020" y="2281"/>
                </a:lnTo>
                <a:lnTo>
                  <a:pt x="4331" y="2398"/>
                </a:lnTo>
                <a:lnTo>
                  <a:pt x="4648" y="2511"/>
                </a:lnTo>
                <a:lnTo>
                  <a:pt x="4969" y="2620"/>
                </a:lnTo>
                <a:lnTo>
                  <a:pt x="5296" y="2725"/>
                </a:lnTo>
                <a:lnTo>
                  <a:pt x="5628" y="2825"/>
                </a:lnTo>
                <a:lnTo>
                  <a:pt x="5964" y="2921"/>
                </a:lnTo>
                <a:lnTo>
                  <a:pt x="6305" y="3012"/>
                </a:lnTo>
                <a:lnTo>
                  <a:pt x="6651" y="3098"/>
                </a:lnTo>
                <a:lnTo>
                  <a:pt x="7001" y="3180"/>
                </a:lnTo>
                <a:lnTo>
                  <a:pt x="7356" y="3257"/>
                </a:lnTo>
                <a:lnTo>
                  <a:pt x="7714" y="3329"/>
                </a:lnTo>
                <a:lnTo>
                  <a:pt x="8077" y="3397"/>
                </a:lnTo>
                <a:lnTo>
                  <a:pt x="8444" y="3459"/>
                </a:lnTo>
                <a:lnTo>
                  <a:pt x="8814" y="3516"/>
                </a:lnTo>
                <a:lnTo>
                  <a:pt x="9188" y="3568"/>
                </a:lnTo>
                <a:lnTo>
                  <a:pt x="9566" y="3615"/>
                </a:lnTo>
                <a:lnTo>
                  <a:pt x="9947" y="3657"/>
                </a:lnTo>
                <a:lnTo>
                  <a:pt x="10332" y="3693"/>
                </a:lnTo>
                <a:lnTo>
                  <a:pt x="10720" y="3724"/>
                </a:lnTo>
                <a:lnTo>
                  <a:pt x="11110" y="3750"/>
                </a:lnTo>
                <a:lnTo>
                  <a:pt x="11504" y="3770"/>
                </a:lnTo>
                <a:lnTo>
                  <a:pt x="11900" y="3784"/>
                </a:lnTo>
                <a:lnTo>
                  <a:pt x="12299" y="3793"/>
                </a:lnTo>
                <a:lnTo>
                  <a:pt x="12701" y="3796"/>
                </a:lnTo>
                <a:lnTo>
                  <a:pt x="13103" y="3793"/>
                </a:lnTo>
                <a:lnTo>
                  <a:pt x="13502" y="3784"/>
                </a:lnTo>
                <a:lnTo>
                  <a:pt x="13898" y="3770"/>
                </a:lnTo>
                <a:lnTo>
                  <a:pt x="14292" y="3750"/>
                </a:lnTo>
                <a:lnTo>
                  <a:pt x="14682" y="3724"/>
                </a:lnTo>
                <a:lnTo>
                  <a:pt x="15070" y="3693"/>
                </a:lnTo>
                <a:lnTo>
                  <a:pt x="15455" y="3657"/>
                </a:lnTo>
                <a:lnTo>
                  <a:pt x="15836" y="3615"/>
                </a:lnTo>
                <a:lnTo>
                  <a:pt x="16214" y="3568"/>
                </a:lnTo>
                <a:lnTo>
                  <a:pt x="16588" y="3516"/>
                </a:lnTo>
                <a:lnTo>
                  <a:pt x="16958" y="3459"/>
                </a:lnTo>
                <a:lnTo>
                  <a:pt x="17325" y="3397"/>
                </a:lnTo>
                <a:lnTo>
                  <a:pt x="17688" y="3329"/>
                </a:lnTo>
                <a:lnTo>
                  <a:pt x="18046" y="3257"/>
                </a:lnTo>
                <a:lnTo>
                  <a:pt x="18401" y="3180"/>
                </a:lnTo>
                <a:lnTo>
                  <a:pt x="18751" y="3098"/>
                </a:lnTo>
                <a:lnTo>
                  <a:pt x="19097" y="3012"/>
                </a:lnTo>
                <a:lnTo>
                  <a:pt x="19189" y="2987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任意多边形 51"/>
          <p:cNvSpPr/>
          <p:nvPr/>
        </p:nvSpPr>
        <p:spPr>
          <a:xfrm flipH="1">
            <a:off x="-10795" y="4213860"/>
            <a:ext cx="12202795" cy="264858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9209" h="4888">
                <a:moveTo>
                  <a:pt x="19209" y="3079"/>
                </a:moveTo>
                <a:lnTo>
                  <a:pt x="19209" y="4888"/>
                </a:lnTo>
                <a:lnTo>
                  <a:pt x="0" y="4888"/>
                </a:lnTo>
                <a:lnTo>
                  <a:pt x="0" y="0"/>
                </a:lnTo>
                <a:lnTo>
                  <a:pt x="77" y="65"/>
                </a:lnTo>
                <a:lnTo>
                  <a:pt x="294" y="237"/>
                </a:lnTo>
                <a:lnTo>
                  <a:pt x="518" y="405"/>
                </a:lnTo>
                <a:lnTo>
                  <a:pt x="748" y="571"/>
                </a:lnTo>
                <a:lnTo>
                  <a:pt x="986" y="733"/>
                </a:lnTo>
                <a:lnTo>
                  <a:pt x="1230" y="892"/>
                </a:lnTo>
                <a:lnTo>
                  <a:pt x="1482" y="1047"/>
                </a:lnTo>
                <a:lnTo>
                  <a:pt x="1740" y="1199"/>
                </a:lnTo>
                <a:lnTo>
                  <a:pt x="2004" y="1348"/>
                </a:lnTo>
                <a:lnTo>
                  <a:pt x="2274" y="1492"/>
                </a:lnTo>
                <a:lnTo>
                  <a:pt x="2552" y="1633"/>
                </a:lnTo>
                <a:lnTo>
                  <a:pt x="2834" y="1771"/>
                </a:lnTo>
                <a:lnTo>
                  <a:pt x="3123" y="1904"/>
                </a:lnTo>
                <a:lnTo>
                  <a:pt x="3418" y="2034"/>
                </a:lnTo>
                <a:lnTo>
                  <a:pt x="3718" y="2159"/>
                </a:lnTo>
                <a:lnTo>
                  <a:pt x="4024" y="2281"/>
                </a:lnTo>
                <a:lnTo>
                  <a:pt x="4336" y="2398"/>
                </a:lnTo>
                <a:lnTo>
                  <a:pt x="4653" y="2511"/>
                </a:lnTo>
                <a:lnTo>
                  <a:pt x="4974" y="2620"/>
                </a:lnTo>
                <a:lnTo>
                  <a:pt x="5302" y="2725"/>
                </a:lnTo>
                <a:lnTo>
                  <a:pt x="5634" y="2825"/>
                </a:lnTo>
                <a:lnTo>
                  <a:pt x="5970" y="2921"/>
                </a:lnTo>
                <a:lnTo>
                  <a:pt x="6312" y="3012"/>
                </a:lnTo>
                <a:lnTo>
                  <a:pt x="6658" y="3098"/>
                </a:lnTo>
                <a:lnTo>
                  <a:pt x="7008" y="3180"/>
                </a:lnTo>
                <a:lnTo>
                  <a:pt x="7364" y="3257"/>
                </a:lnTo>
                <a:lnTo>
                  <a:pt x="7722" y="3329"/>
                </a:lnTo>
                <a:lnTo>
                  <a:pt x="8085" y="3397"/>
                </a:lnTo>
                <a:lnTo>
                  <a:pt x="8453" y="3459"/>
                </a:lnTo>
                <a:lnTo>
                  <a:pt x="8823" y="3516"/>
                </a:lnTo>
                <a:lnTo>
                  <a:pt x="9198" y="3568"/>
                </a:lnTo>
                <a:lnTo>
                  <a:pt x="9576" y="3615"/>
                </a:lnTo>
                <a:lnTo>
                  <a:pt x="9957" y="3657"/>
                </a:lnTo>
                <a:lnTo>
                  <a:pt x="10343" y="3693"/>
                </a:lnTo>
                <a:lnTo>
                  <a:pt x="10731" y="3724"/>
                </a:lnTo>
                <a:lnTo>
                  <a:pt x="11122" y="3750"/>
                </a:lnTo>
                <a:lnTo>
                  <a:pt x="11516" y="3770"/>
                </a:lnTo>
                <a:lnTo>
                  <a:pt x="11912" y="3784"/>
                </a:lnTo>
                <a:lnTo>
                  <a:pt x="12312" y="3793"/>
                </a:lnTo>
                <a:lnTo>
                  <a:pt x="12714" y="3796"/>
                </a:lnTo>
                <a:lnTo>
                  <a:pt x="13117" y="3793"/>
                </a:lnTo>
                <a:lnTo>
                  <a:pt x="13516" y="3784"/>
                </a:lnTo>
                <a:lnTo>
                  <a:pt x="13912" y="3770"/>
                </a:lnTo>
                <a:lnTo>
                  <a:pt x="14307" y="3750"/>
                </a:lnTo>
                <a:lnTo>
                  <a:pt x="14697" y="3724"/>
                </a:lnTo>
                <a:lnTo>
                  <a:pt x="15086" y="3693"/>
                </a:lnTo>
                <a:lnTo>
                  <a:pt x="15471" y="3657"/>
                </a:lnTo>
                <a:lnTo>
                  <a:pt x="15853" y="3615"/>
                </a:lnTo>
                <a:lnTo>
                  <a:pt x="16231" y="3568"/>
                </a:lnTo>
                <a:lnTo>
                  <a:pt x="16605" y="3516"/>
                </a:lnTo>
                <a:lnTo>
                  <a:pt x="16976" y="3459"/>
                </a:lnTo>
                <a:lnTo>
                  <a:pt x="17343" y="3397"/>
                </a:lnTo>
                <a:lnTo>
                  <a:pt x="17706" y="3329"/>
                </a:lnTo>
                <a:lnTo>
                  <a:pt x="18065" y="3257"/>
                </a:lnTo>
                <a:lnTo>
                  <a:pt x="18420" y="3180"/>
                </a:lnTo>
                <a:lnTo>
                  <a:pt x="18771" y="3098"/>
                </a:lnTo>
                <a:lnTo>
                  <a:pt x="19117" y="3012"/>
                </a:lnTo>
                <a:lnTo>
                  <a:pt x="19209" y="2987"/>
                </a:lnTo>
                <a:lnTo>
                  <a:pt x="19209" y="3079"/>
                </a:lnTo>
                <a:close/>
              </a:path>
            </a:pathLst>
          </a:custGeom>
          <a:solidFill>
            <a:srgbClr val="FF7A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2"/>
            </p:custDataLst>
          </p:nvPr>
        </p:nvSpPr>
        <p:spPr>
          <a:xfrm>
            <a:off x="198120" y="6405880"/>
            <a:ext cx="117963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entrepreneurship        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determination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                 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unity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                 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agility</a:t>
            </a:r>
            <a:endParaRPr lang="en-US" altLang="zh-CN" sz="1600" cap="all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6" name="图片 55" descr="天马集团_画板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29290" y="-27305"/>
            <a:ext cx="1125855" cy="1125855"/>
          </a:xfrm>
          <a:prstGeom prst="rect">
            <a:avLst/>
          </a:prstGeom>
        </p:spPr>
      </p:pic>
      <p:grpSp>
        <p:nvGrpSpPr>
          <p:cNvPr id="95" name="组合 94"/>
          <p:cNvGrpSpPr/>
          <p:nvPr/>
        </p:nvGrpSpPr>
        <p:grpSpPr>
          <a:xfrm>
            <a:off x="10583408" y="2387599"/>
            <a:ext cx="1207459" cy="413999"/>
            <a:chOff x="1892300" y="-1206499"/>
            <a:chExt cx="1274193" cy="436880"/>
          </a:xfrm>
          <a:solidFill>
            <a:srgbClr val="FF9E63"/>
          </a:solidFill>
        </p:grpSpPr>
        <p:grpSp>
          <p:nvGrpSpPr>
            <p:cNvPr id="87" name="组合 86"/>
            <p:cNvGrpSpPr/>
            <p:nvPr/>
          </p:nvGrpSpPr>
          <p:grpSpPr>
            <a:xfrm>
              <a:off x="1892300" y="-1206499"/>
              <a:ext cx="598332" cy="436880"/>
              <a:chOff x="1892300" y="-1206500"/>
              <a:chExt cx="1320800" cy="964399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18923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89" name="椭圆 88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0" name="椭圆 89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椭圆 90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椭圆 91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213614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94" name="椭圆 93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6" name="椭圆 95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" name="椭圆 96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" name="椭圆 97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" name="组合 98"/>
              <p:cNvGrpSpPr/>
              <p:nvPr/>
            </p:nvGrpSpPr>
            <p:grpSpPr>
              <a:xfrm>
                <a:off x="237998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0" name="椭圆 99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" name="椭圆 100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" name="椭圆 101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椭圆 102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4" name="组合 103"/>
              <p:cNvGrpSpPr/>
              <p:nvPr/>
            </p:nvGrpSpPr>
            <p:grpSpPr>
              <a:xfrm>
                <a:off x="262382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5" name="椭圆 104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椭圆 105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" name="椭圆 106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椭圆 107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9" name="组合 108"/>
              <p:cNvGrpSpPr/>
              <p:nvPr/>
            </p:nvGrpSpPr>
            <p:grpSpPr>
              <a:xfrm>
                <a:off x="286766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0" name="椭圆 109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" name="椭圆 110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椭圆 111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" name="椭圆 112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4" name="组合 113"/>
              <p:cNvGrpSpPr/>
              <p:nvPr/>
            </p:nvGrpSpPr>
            <p:grpSpPr>
              <a:xfrm>
                <a:off x="31115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5" name="椭圆 114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椭圆 115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椭圆 116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椭圆 117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9" name="组合 118"/>
            <p:cNvGrpSpPr/>
            <p:nvPr/>
          </p:nvGrpSpPr>
          <p:grpSpPr>
            <a:xfrm>
              <a:off x="2568161" y="-1206499"/>
              <a:ext cx="598332" cy="436880"/>
              <a:chOff x="1892300" y="-1206500"/>
              <a:chExt cx="1320800" cy="964399"/>
            </a:xfrm>
            <a:grpFill/>
          </p:grpSpPr>
          <p:grpSp>
            <p:nvGrpSpPr>
              <p:cNvPr id="120" name="组合 119"/>
              <p:cNvGrpSpPr/>
              <p:nvPr/>
            </p:nvGrpSpPr>
            <p:grpSpPr>
              <a:xfrm>
                <a:off x="18923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21" name="椭圆 120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椭圆 121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椭圆 122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椭圆 123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5" name="组合 124"/>
              <p:cNvGrpSpPr/>
              <p:nvPr/>
            </p:nvGrpSpPr>
            <p:grpSpPr>
              <a:xfrm>
                <a:off x="213614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26" name="椭圆 125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椭圆 126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椭圆 127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9" name="椭圆 128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0" name="组合 129"/>
              <p:cNvGrpSpPr/>
              <p:nvPr/>
            </p:nvGrpSpPr>
            <p:grpSpPr>
              <a:xfrm>
                <a:off x="237998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31" name="椭圆 130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椭圆 131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3" name="椭圆 132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椭圆 133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5" name="组合 134"/>
              <p:cNvGrpSpPr/>
              <p:nvPr/>
            </p:nvGrpSpPr>
            <p:grpSpPr>
              <a:xfrm>
                <a:off x="262382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36" name="椭圆 135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7" name="椭圆 136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8" name="椭圆 137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9" name="椭圆 138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0" name="组合 139"/>
              <p:cNvGrpSpPr/>
              <p:nvPr/>
            </p:nvGrpSpPr>
            <p:grpSpPr>
              <a:xfrm>
                <a:off x="286766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41" name="椭圆 140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2" name="椭圆 141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椭圆 142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" name="椭圆 143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5" name="组合 144"/>
              <p:cNvGrpSpPr/>
              <p:nvPr/>
            </p:nvGrpSpPr>
            <p:grpSpPr>
              <a:xfrm>
                <a:off x="31115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46" name="椭圆 145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7" name="椭圆 146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8" name="椭圆 147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9" name="椭圆 148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2" name="文本框 1"/>
          <p:cNvSpPr txBox="1"/>
          <p:nvPr/>
        </p:nvSpPr>
        <p:spPr>
          <a:xfrm>
            <a:off x="1007110" y="1651635"/>
            <a:ext cx="7221855" cy="1971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百人储备</a:t>
            </a:r>
            <a:endParaRPr lang="zh-CN" altLang="en-US" sz="28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sz="6600" b="1" dirty="0">
                <a:solidFill>
                  <a:schemeClr val="tx1"/>
                </a:solidFill>
                <a:latin typeface="+mj-ea"/>
                <a:ea typeface="+mj-ea"/>
              </a:rPr>
              <a:t>转正述职</a:t>
            </a:r>
            <a:endParaRPr lang="zh-CN" sz="66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rgbClr val="FF9E63">
                <a:alpha val="3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圆: 空心 43"/>
          <p:cNvSpPr/>
          <p:nvPr/>
        </p:nvSpPr>
        <p:spPr>
          <a:xfrm>
            <a:off x="-1072778" y="-435127"/>
            <a:ext cx="7989278" cy="7989278"/>
          </a:xfrm>
          <a:prstGeom prst="donut">
            <a:avLst>
              <a:gd name="adj" fmla="val 28764"/>
            </a:avLst>
          </a:prstGeom>
          <a:gradFill flip="none" rotWithShape="1">
            <a:gsLst>
              <a:gs pos="0">
                <a:srgbClr val="D9F4FB">
                  <a:alpha val="0"/>
                </a:srgbClr>
              </a:gs>
              <a:gs pos="99000">
                <a:srgbClr val="D9F4FB">
                  <a:lumMod val="97000"/>
                  <a:alpha val="5000"/>
                </a:srgbClr>
              </a:gs>
            </a:gsLst>
            <a:lin ang="0" scaled="1"/>
            <a:tileRect/>
          </a:gradFill>
          <a:ln>
            <a:gradFill flip="none" rotWithShape="1">
              <a:gsLst>
                <a:gs pos="62000">
                  <a:srgbClr val="D9F4FB">
                    <a:alpha val="0"/>
                  </a:srgbClr>
                </a:gs>
                <a:gs pos="89000">
                  <a:srgbClr val="D9F4FB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916994" y="-1"/>
            <a:ext cx="1536700" cy="6858001"/>
          </a:xfrm>
          <a:prstGeom prst="rect">
            <a:avLst/>
          </a:prstGeom>
          <a:noFill/>
          <a:ln>
            <a:noFill/>
          </a:ln>
        </p:spPr>
        <p:txBody>
          <a:bodyPr vert="eaVert" wrap="square">
            <a:spAutoFit/>
          </a:bodyPr>
          <a:lstStyle/>
          <a:p>
            <a:pPr algn="ctr">
              <a:lnSpc>
                <a:spcPct val="110000"/>
              </a:lnSpc>
              <a:buClrTx/>
              <a:buSzTx/>
              <a:buFontTx/>
            </a:pPr>
            <a:r>
              <a:rPr lang="en-US" altLang="zh-CN" sz="8000" b="1" cap="all" dirty="0">
                <a:ln w="15875">
                  <a:solidFill>
                    <a:srgbClr val="FF9E63">
                      <a:alpha val="25000"/>
                    </a:srgbClr>
                  </a:solidFill>
                </a:ln>
                <a:noFill/>
                <a:latin typeface="+mj-ea"/>
                <a:ea typeface="+mj-ea"/>
              </a:rPr>
              <a:t>Contents</a:t>
            </a:r>
            <a:endParaRPr lang="en-US" altLang="zh-CN" sz="8000" b="1" cap="all" dirty="0">
              <a:ln w="15875">
                <a:solidFill>
                  <a:srgbClr val="FF9E63">
                    <a:alpha val="25000"/>
                  </a:srgbClr>
                </a:solidFill>
              </a:ln>
              <a:noFill/>
              <a:latin typeface="+mj-ea"/>
              <a:ea typeface="+mj-ea"/>
            </a:endParaRPr>
          </a:p>
        </p:txBody>
      </p:sp>
      <p:sp>
        <p:nvSpPr>
          <p:cNvPr id="22" name="圆: 空心 21"/>
          <p:cNvSpPr/>
          <p:nvPr/>
        </p:nvSpPr>
        <p:spPr>
          <a:xfrm>
            <a:off x="-805599" y="290839"/>
            <a:ext cx="6276320" cy="6276320"/>
          </a:xfrm>
          <a:prstGeom prst="donut">
            <a:avLst>
              <a:gd name="adj" fmla="val 28764"/>
            </a:avLst>
          </a:prstGeom>
          <a:gradFill flip="none" rotWithShape="1">
            <a:gsLst>
              <a:gs pos="0">
                <a:srgbClr val="FF9E63">
                  <a:alpha val="0"/>
                </a:srgbClr>
              </a:gs>
              <a:gs pos="99000">
                <a:srgbClr val="FF9E63">
                  <a:alpha val="12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: 形状 31"/>
          <p:cNvSpPr/>
          <p:nvPr/>
        </p:nvSpPr>
        <p:spPr>
          <a:xfrm>
            <a:off x="0" y="1291103"/>
            <a:ext cx="4533980" cy="4275792"/>
          </a:xfrm>
          <a:custGeom>
            <a:avLst/>
            <a:gdLst>
              <a:gd name="connsiteX0" fmla="*/ 2407891 w 4533980"/>
              <a:gd name="connsiteY0" fmla="*/ 1230485 h 4275792"/>
              <a:gd name="connsiteX1" fmla="*/ 2407891 w 4533980"/>
              <a:gd name="connsiteY1" fmla="*/ 3045307 h 4275792"/>
              <a:gd name="connsiteX2" fmla="*/ 2488923 w 4533980"/>
              <a:gd name="connsiteY2" fmla="*/ 3041215 h 4275792"/>
              <a:gd name="connsiteX3" fmla="*/ 3304091 w 4533980"/>
              <a:gd name="connsiteY3" fmla="*/ 2137896 h 4275792"/>
              <a:gd name="connsiteX4" fmla="*/ 2488923 w 4533980"/>
              <a:gd name="connsiteY4" fmla="*/ 1234577 h 4275792"/>
              <a:gd name="connsiteX5" fmla="*/ 0 w 4533980"/>
              <a:gd name="connsiteY5" fmla="*/ 0 h 4275792"/>
              <a:gd name="connsiteX6" fmla="*/ 2396084 w 4533980"/>
              <a:gd name="connsiteY6" fmla="*/ 0 h 4275792"/>
              <a:gd name="connsiteX7" fmla="*/ 2407891 w 4533980"/>
              <a:gd name="connsiteY7" fmla="*/ 0 h 4275792"/>
              <a:gd name="connsiteX8" fmla="*/ 2407891 w 4533980"/>
              <a:gd name="connsiteY8" fmla="*/ 596 h 4275792"/>
              <a:gd name="connsiteX9" fmla="*/ 2614672 w 4533980"/>
              <a:gd name="connsiteY9" fmla="*/ 11038 h 4275792"/>
              <a:gd name="connsiteX10" fmla="*/ 4533980 w 4533980"/>
              <a:gd name="connsiteY10" fmla="*/ 2137896 h 4275792"/>
              <a:gd name="connsiteX11" fmla="*/ 2614672 w 4533980"/>
              <a:gd name="connsiteY11" fmla="*/ 4264755 h 4275792"/>
              <a:gd name="connsiteX12" fmla="*/ 2407891 w 4533980"/>
              <a:gd name="connsiteY12" fmla="*/ 4275196 h 4275792"/>
              <a:gd name="connsiteX13" fmla="*/ 2407891 w 4533980"/>
              <a:gd name="connsiteY13" fmla="*/ 4275792 h 4275792"/>
              <a:gd name="connsiteX14" fmla="*/ 2396084 w 4533980"/>
              <a:gd name="connsiteY14" fmla="*/ 4275792 h 4275792"/>
              <a:gd name="connsiteX15" fmla="*/ 0 w 4533980"/>
              <a:gd name="connsiteY15" fmla="*/ 4275792 h 427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33980" h="4275792">
                <a:moveTo>
                  <a:pt x="2407891" y="1230485"/>
                </a:moveTo>
                <a:lnTo>
                  <a:pt x="2407891" y="3045307"/>
                </a:lnTo>
                <a:lnTo>
                  <a:pt x="2488923" y="3041215"/>
                </a:lnTo>
                <a:cubicBezTo>
                  <a:pt x="2946790" y="2994716"/>
                  <a:pt x="3304091" y="2608032"/>
                  <a:pt x="3304091" y="2137896"/>
                </a:cubicBezTo>
                <a:cubicBezTo>
                  <a:pt x="3304091" y="1667761"/>
                  <a:pt x="2946790" y="1281076"/>
                  <a:pt x="2488923" y="1234577"/>
                </a:cubicBezTo>
                <a:close/>
                <a:moveTo>
                  <a:pt x="0" y="0"/>
                </a:moveTo>
                <a:lnTo>
                  <a:pt x="2396084" y="0"/>
                </a:lnTo>
                <a:lnTo>
                  <a:pt x="2407891" y="0"/>
                </a:lnTo>
                <a:lnTo>
                  <a:pt x="2407891" y="596"/>
                </a:lnTo>
                <a:lnTo>
                  <a:pt x="2614672" y="11038"/>
                </a:lnTo>
                <a:cubicBezTo>
                  <a:pt x="3692718" y="120520"/>
                  <a:pt x="4533980" y="1030965"/>
                  <a:pt x="4533980" y="2137896"/>
                </a:cubicBezTo>
                <a:cubicBezTo>
                  <a:pt x="4533980" y="3244828"/>
                  <a:pt x="3692718" y="4155273"/>
                  <a:pt x="2614672" y="4264755"/>
                </a:cubicBezTo>
                <a:lnTo>
                  <a:pt x="2407891" y="4275196"/>
                </a:lnTo>
                <a:lnTo>
                  <a:pt x="2407891" y="4275792"/>
                </a:lnTo>
                <a:lnTo>
                  <a:pt x="2396084" y="4275792"/>
                </a:lnTo>
                <a:lnTo>
                  <a:pt x="0" y="4275792"/>
                </a:lnTo>
                <a:close/>
              </a:path>
            </a:pathLst>
          </a:custGeom>
          <a:solidFill>
            <a:srgbClr val="FF7A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矩形: 圆角 23"/>
          <p:cNvSpPr/>
          <p:nvPr>
            <p:custDataLst>
              <p:tags r:id="rId1"/>
            </p:custDataLst>
          </p:nvPr>
        </p:nvSpPr>
        <p:spPr>
          <a:xfrm>
            <a:off x="4792168" y="1379908"/>
            <a:ext cx="6276320" cy="8287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52400" dist="152400" dir="2700000" algn="tl" rotWithShape="0">
              <a:srgbClr val="FF9E63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/>
          <p:cNvSpPr/>
          <p:nvPr>
            <p:custDataLst>
              <p:tags r:id="rId2"/>
            </p:custDataLst>
          </p:nvPr>
        </p:nvSpPr>
        <p:spPr>
          <a:xfrm>
            <a:off x="5163206" y="2469710"/>
            <a:ext cx="6276320" cy="8287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52400" dist="152400" dir="2700000" algn="tl" rotWithShape="0">
              <a:srgbClr val="FF9E63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矩形: 圆角 25"/>
          <p:cNvSpPr/>
          <p:nvPr>
            <p:custDataLst>
              <p:tags r:id="rId3"/>
            </p:custDataLst>
          </p:nvPr>
        </p:nvSpPr>
        <p:spPr>
          <a:xfrm>
            <a:off x="5163206" y="3559512"/>
            <a:ext cx="6276320" cy="8287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52400" dist="152400" dir="2700000" algn="tl" rotWithShape="0">
              <a:srgbClr val="FF9E63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矩形: 圆角 26"/>
          <p:cNvSpPr/>
          <p:nvPr>
            <p:custDataLst>
              <p:tags r:id="rId4"/>
            </p:custDataLst>
          </p:nvPr>
        </p:nvSpPr>
        <p:spPr>
          <a:xfrm>
            <a:off x="4792168" y="4649313"/>
            <a:ext cx="6276320" cy="8287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52400" dist="152400" dir="2700000" algn="tl" rotWithShape="0">
              <a:srgbClr val="FF9E63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6527165" y="1578610"/>
            <a:ext cx="22402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2191F"/>
                </a:solidFill>
                <a:latin typeface="微软雅黑" panose="020B0503020204020204" charset="-122"/>
                <a:ea typeface="微软雅黑" panose="020B0503020204020204" charset="-122"/>
              </a:rPr>
              <a:t>业务结果回顾</a:t>
            </a:r>
            <a:endParaRPr lang="zh-CN" altLang="en-US" sz="2400" b="1" dirty="0">
              <a:solidFill>
                <a:srgbClr val="0219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5117028" y="1419451"/>
            <a:ext cx="9789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>
                <a:ln>
                  <a:solidFill>
                    <a:srgbClr val="FF6C0D"/>
                  </a:solidFill>
                </a:ln>
                <a:solidFill>
                  <a:srgbClr val="FF9E63"/>
                </a:solidFill>
                <a:latin typeface="+mj-ea"/>
                <a:ea typeface="+mj-ea"/>
              </a:rPr>
              <a:t>01</a:t>
            </a:r>
            <a:endParaRPr lang="en-US" altLang="zh-CN" sz="4400" dirty="0">
              <a:ln>
                <a:solidFill>
                  <a:srgbClr val="FF6C0D"/>
                </a:solidFill>
              </a:ln>
              <a:solidFill>
                <a:srgbClr val="FF9E63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>
            <p:custDataLst>
              <p:tags r:id="rId7"/>
            </p:custDataLst>
          </p:nvPr>
        </p:nvSpPr>
        <p:spPr>
          <a:xfrm>
            <a:off x="6527165" y="4838700"/>
            <a:ext cx="245935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个人总结与评价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8"/>
            </p:custDataLst>
          </p:nvPr>
        </p:nvSpPr>
        <p:spPr>
          <a:xfrm>
            <a:off x="5117028" y="4691948"/>
            <a:ext cx="9789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>
                <a:ln>
                  <a:solidFill>
                    <a:srgbClr val="FF6C0D"/>
                  </a:solidFill>
                </a:ln>
                <a:solidFill>
                  <a:srgbClr val="FF9E63"/>
                </a:solidFill>
                <a:latin typeface="+mj-ea"/>
                <a:ea typeface="+mj-ea"/>
              </a:rPr>
              <a:t>04  </a:t>
            </a:r>
            <a:endParaRPr lang="en-US" altLang="zh-CN" sz="4400" dirty="0">
              <a:ln>
                <a:solidFill>
                  <a:srgbClr val="FF6C0D"/>
                </a:solidFill>
              </a:ln>
              <a:solidFill>
                <a:srgbClr val="FF9E63"/>
              </a:solidFill>
              <a:latin typeface="+mj-ea"/>
              <a:ea typeface="+mj-ea"/>
            </a:endParaRPr>
          </a:p>
        </p:txBody>
      </p: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6880860" y="2665095"/>
            <a:ext cx="31242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亮点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问题的过程思考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0"/>
            </p:custDataLst>
          </p:nvPr>
        </p:nvSpPr>
        <p:spPr>
          <a:xfrm>
            <a:off x="5471014" y="2510283"/>
            <a:ext cx="9789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>
                <a:ln>
                  <a:solidFill>
                    <a:srgbClr val="FF6C0D"/>
                  </a:solidFill>
                </a:ln>
                <a:solidFill>
                  <a:srgbClr val="FF9E63"/>
                </a:solidFill>
                <a:latin typeface="+mj-ea"/>
                <a:ea typeface="+mj-ea"/>
              </a:rPr>
              <a:t>02</a:t>
            </a:r>
            <a:endParaRPr lang="en-US" altLang="zh-CN" sz="4400" dirty="0">
              <a:ln>
                <a:solidFill>
                  <a:srgbClr val="FF6C0D"/>
                </a:solidFill>
              </a:ln>
              <a:solidFill>
                <a:srgbClr val="FF9E63"/>
              </a:solidFill>
              <a:latin typeface="+mj-ea"/>
              <a:ea typeface="+mj-ea"/>
            </a:endParaRPr>
          </a:p>
        </p:txBody>
      </p:sp>
      <p:sp>
        <p:nvSpPr>
          <p:cNvPr id="41" name="文本框 40"/>
          <p:cNvSpPr txBox="1"/>
          <p:nvPr>
            <p:custDataLst>
              <p:tags r:id="rId11"/>
            </p:custDataLst>
          </p:nvPr>
        </p:nvSpPr>
        <p:spPr>
          <a:xfrm>
            <a:off x="6880860" y="3752215"/>
            <a:ext cx="243141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下阶段工作规划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2"/>
            </p:custDataLst>
          </p:nvPr>
        </p:nvSpPr>
        <p:spPr>
          <a:xfrm>
            <a:off x="5471014" y="3601115"/>
            <a:ext cx="9789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>
                <a:ln>
                  <a:solidFill>
                    <a:srgbClr val="FF6C0D"/>
                  </a:solidFill>
                </a:ln>
                <a:solidFill>
                  <a:srgbClr val="FF9E63"/>
                </a:solidFill>
                <a:latin typeface="+mj-ea"/>
                <a:ea typeface="+mj-ea"/>
              </a:rPr>
              <a:t>03  </a:t>
            </a:r>
            <a:endParaRPr lang="en-US" altLang="zh-CN" sz="4400" dirty="0">
              <a:ln>
                <a:solidFill>
                  <a:srgbClr val="FF6C0D"/>
                </a:solidFill>
              </a:ln>
              <a:solidFill>
                <a:srgbClr val="FF9E63"/>
              </a:solidFill>
              <a:latin typeface="+mj-ea"/>
              <a:ea typeface="+mj-ea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594270" y="4744716"/>
            <a:ext cx="1425797" cy="488860"/>
            <a:chOff x="1892300" y="-1206499"/>
            <a:chExt cx="1274193" cy="436880"/>
          </a:xfrm>
          <a:solidFill>
            <a:schemeClr val="bg1"/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1892300" y="-1206499"/>
              <a:ext cx="598332" cy="436880"/>
              <a:chOff x="1892300" y="-1206500"/>
              <a:chExt cx="1320800" cy="964399"/>
            </a:xfrm>
            <a:grpFill/>
          </p:grpSpPr>
          <p:grpSp>
            <p:nvGrpSpPr>
              <p:cNvPr id="85" name="组合 84"/>
              <p:cNvGrpSpPr/>
              <p:nvPr/>
            </p:nvGrpSpPr>
            <p:grpSpPr>
              <a:xfrm>
                <a:off x="18923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1" name="椭圆 110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2" name="椭圆 111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3" name="椭圆 112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4" name="椭圆 113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6" name="组合 85"/>
              <p:cNvGrpSpPr/>
              <p:nvPr/>
            </p:nvGrpSpPr>
            <p:grpSpPr>
              <a:xfrm>
                <a:off x="213614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7" name="椭圆 106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8" name="椭圆 107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9" name="椭圆 108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0" name="椭圆 109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7" name="组合 86"/>
              <p:cNvGrpSpPr/>
              <p:nvPr/>
            </p:nvGrpSpPr>
            <p:grpSpPr>
              <a:xfrm>
                <a:off x="237998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3" name="椭圆 102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4" name="椭圆 103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5" name="椭圆 104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6" name="椭圆 105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262382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99" name="椭圆 98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0" name="椭圆 99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" name="椭圆 100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2" name="椭圆 101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286766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95" name="椭圆 94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6" name="椭圆 95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7" name="椭圆 96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椭圆 97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31115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91" name="椭圆 90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" name="椭圆 91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椭圆 92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4" name="椭圆 93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2568161" y="-1206499"/>
              <a:ext cx="598332" cy="436880"/>
              <a:chOff x="1892300" y="-1206500"/>
              <a:chExt cx="1320800" cy="964399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18923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81" name="椭圆 80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椭圆 81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3" name="椭圆 82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" name="椭圆 83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213614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77" name="椭圆 76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椭圆 79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237998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73" name="椭圆 72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椭圆 75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262382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69" name="椭圆 68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椭圆 69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9" name="组合 58"/>
              <p:cNvGrpSpPr/>
              <p:nvPr/>
            </p:nvGrpSpPr>
            <p:grpSpPr>
              <a:xfrm>
                <a:off x="286766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31115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61" name="椭圆 60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23" name="椭圆 22"/>
          <p:cNvSpPr/>
          <p:nvPr/>
        </p:nvSpPr>
        <p:spPr>
          <a:xfrm>
            <a:off x="740868" y="1773783"/>
            <a:ext cx="3310432" cy="33104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52400" dist="152400" dir="2700000" algn="tl" rotWithShape="0">
              <a:srgbClr val="27BFD3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490868" y="2696015"/>
            <a:ext cx="18104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dirty="0">
                <a:solidFill>
                  <a:srgbClr val="02191F"/>
                </a:solidFill>
                <a:latin typeface="+mj-ea"/>
                <a:ea typeface="+mj-ea"/>
              </a:rPr>
              <a:t>目录</a:t>
            </a:r>
            <a:endParaRPr lang="zh-CN" altLang="en-US" sz="6000" dirty="0">
              <a:solidFill>
                <a:srgbClr val="02191F"/>
              </a:solidFill>
              <a:latin typeface="+mj-ea"/>
              <a:ea typeface="+mj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163051" y="3681870"/>
            <a:ext cx="246606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kern="100" cap="all" dirty="0">
                <a:solidFill>
                  <a:srgbClr val="02191F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Contents</a:t>
            </a:r>
            <a:endParaRPr lang="en-US" altLang="zh-CN" sz="6000" kern="100" cap="all" dirty="0">
              <a:solidFill>
                <a:srgbClr val="02191F"/>
              </a:solidFill>
              <a:effectLst/>
              <a:latin typeface="微软雅黑" panose="020B0503020204020204" charset="-122"/>
              <a:ea typeface="微软雅黑" panose="020B0503020204020204" charset="-122"/>
              <a:cs typeface="思源黑体 CN Normal" panose="020B0400000000000000" pitchFamily="34" charset="-122"/>
            </a:endParaRPr>
          </a:p>
        </p:txBody>
      </p:sp>
      <p:pic>
        <p:nvPicPr>
          <p:cNvPr id="2" name="图片 1" descr="天马集团_画板 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829290" y="-27305"/>
            <a:ext cx="1125855" cy="11258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63000">
              <a:srgbClr val="FF9E63">
                <a:lumMod val="29000"/>
                <a:lumOff val="71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任意多边形: 形状 100"/>
          <p:cNvSpPr/>
          <p:nvPr/>
        </p:nvSpPr>
        <p:spPr>
          <a:xfrm>
            <a:off x="1" y="1"/>
            <a:ext cx="1499664" cy="1507458"/>
          </a:xfrm>
          <a:custGeom>
            <a:avLst/>
            <a:gdLst>
              <a:gd name="connsiteX0" fmla="*/ 894849 w 1776293"/>
              <a:gd name="connsiteY0" fmla="*/ 0 h 1785525"/>
              <a:gd name="connsiteX1" fmla="*/ 1775683 w 1776293"/>
              <a:gd name="connsiteY1" fmla="*/ 0 h 1785525"/>
              <a:gd name="connsiteX2" fmla="*/ 1776293 w 1776293"/>
              <a:gd name="connsiteY2" fmla="*/ 12081 h 1785525"/>
              <a:gd name="connsiteX3" fmla="*/ 2849 w 1776293"/>
              <a:gd name="connsiteY3" fmla="*/ 1785525 h 1785525"/>
              <a:gd name="connsiteX4" fmla="*/ 0 w 1776293"/>
              <a:gd name="connsiteY4" fmla="*/ 1785381 h 1785525"/>
              <a:gd name="connsiteX5" fmla="*/ 0 w 1776293"/>
              <a:gd name="connsiteY5" fmla="*/ 904547 h 1785525"/>
              <a:gd name="connsiteX6" fmla="*/ 2849 w 1776293"/>
              <a:gd name="connsiteY6" fmla="*/ 904691 h 1785525"/>
              <a:gd name="connsiteX7" fmla="*/ 895459 w 1776293"/>
              <a:gd name="connsiteY7" fmla="*/ 12081 h 178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6293" h="1785525">
                <a:moveTo>
                  <a:pt x="894849" y="0"/>
                </a:moveTo>
                <a:lnTo>
                  <a:pt x="1775683" y="0"/>
                </a:lnTo>
                <a:lnTo>
                  <a:pt x="1776293" y="12081"/>
                </a:lnTo>
                <a:cubicBezTo>
                  <a:pt x="1776293" y="991527"/>
                  <a:pt x="982295" y="1785525"/>
                  <a:pt x="2849" y="1785525"/>
                </a:cubicBezTo>
                <a:lnTo>
                  <a:pt x="0" y="1785381"/>
                </a:lnTo>
                <a:lnTo>
                  <a:pt x="0" y="904547"/>
                </a:lnTo>
                <a:lnTo>
                  <a:pt x="2849" y="904691"/>
                </a:lnTo>
                <a:cubicBezTo>
                  <a:pt x="495824" y="904691"/>
                  <a:pt x="895459" y="505056"/>
                  <a:pt x="895459" y="12081"/>
                </a:cubicBezTo>
                <a:close/>
              </a:path>
            </a:pathLst>
          </a:custGeom>
          <a:gradFill flip="none" rotWithShape="1">
            <a:gsLst>
              <a:gs pos="0">
                <a:srgbClr val="FF9E63">
                  <a:alpha val="0"/>
                </a:srgbClr>
              </a:gs>
              <a:gs pos="99000">
                <a:srgbClr val="FF9E63">
                  <a:alpha val="28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0" y="4895508"/>
            <a:ext cx="12192000" cy="1962492"/>
          </a:xfrm>
          <a:prstGeom prst="rect">
            <a:avLst/>
          </a:prstGeom>
          <a:solidFill>
            <a:srgbClr val="FF7A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566057" y="519097"/>
            <a:ext cx="11059886" cy="5819806"/>
          </a:xfrm>
          <a:prstGeom prst="roundRect">
            <a:avLst>
              <a:gd name="adj" fmla="val 6600"/>
            </a:avLst>
          </a:prstGeom>
          <a:gradFill flip="none" rotWithShape="1">
            <a:gsLst>
              <a:gs pos="38000">
                <a:schemeClr val="bg1"/>
              </a:gs>
              <a:gs pos="100000">
                <a:srgbClr val="FF9E63">
                  <a:lumMod val="30000"/>
                  <a:lumOff val="70000"/>
                </a:srgbClr>
              </a:gs>
            </a:gsLst>
            <a:lin ang="2700000" scaled="1"/>
            <a:tileRect/>
          </a:gradFill>
          <a:ln>
            <a:solidFill>
              <a:srgbClr val="D9F4FB"/>
            </a:solidFill>
          </a:ln>
          <a:effectLst>
            <a:outerShdw blurRad="152400" dist="152400" dir="2700000" algn="tl" rotWithShape="0">
              <a:srgbClr val="FF9E63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: 空心 22"/>
          <p:cNvSpPr/>
          <p:nvPr/>
        </p:nvSpPr>
        <p:spPr>
          <a:xfrm rot="16200000">
            <a:off x="1263333" y="1617684"/>
            <a:ext cx="3485610" cy="3288040"/>
          </a:xfrm>
          <a:prstGeom prst="donut">
            <a:avLst>
              <a:gd name="adj" fmla="val 28764"/>
            </a:avLst>
          </a:prstGeom>
          <a:gradFill flip="none" rotWithShape="1">
            <a:gsLst>
              <a:gs pos="0">
                <a:srgbClr val="FF9E63">
                  <a:alpha val="0"/>
                </a:srgbClr>
              </a:gs>
              <a:gs pos="99000">
                <a:srgbClr val="FF9E63">
                  <a:alpha val="12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矩形: 圆顶角 3"/>
          <p:cNvSpPr/>
          <p:nvPr/>
        </p:nvSpPr>
        <p:spPr>
          <a:xfrm>
            <a:off x="1704427" y="1878209"/>
            <a:ext cx="2603500" cy="3508304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6C0D"/>
              </a:gs>
              <a:gs pos="98165">
                <a:srgbClr val="FF9E63">
                  <a:alpha val="50000"/>
                </a:srgbClr>
              </a:gs>
              <a:gs pos="45000">
                <a:srgbClr val="FF6C0D">
                  <a:alpha val="5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grpSp>
        <p:nvGrpSpPr>
          <p:cNvPr id="165" name="组合 164"/>
          <p:cNvGrpSpPr/>
          <p:nvPr/>
        </p:nvGrpSpPr>
        <p:grpSpPr>
          <a:xfrm rot="5400000">
            <a:off x="491403" y="5906651"/>
            <a:ext cx="516859" cy="854041"/>
            <a:chOff x="410122" y="5686347"/>
            <a:chExt cx="516859" cy="854041"/>
          </a:xfrm>
        </p:grpSpPr>
        <p:grpSp>
          <p:nvGrpSpPr>
            <p:cNvPr id="135" name="组合 134"/>
            <p:cNvGrpSpPr/>
            <p:nvPr/>
          </p:nvGrpSpPr>
          <p:grpSpPr>
            <a:xfrm rot="16200000">
              <a:off x="641326" y="6254733"/>
              <a:ext cx="54451" cy="516859"/>
              <a:chOff x="1892300" y="-1206500"/>
              <a:chExt cx="101600" cy="964399"/>
            </a:xfrm>
            <a:solidFill>
              <a:schemeClr val="bg1"/>
            </a:solidFill>
          </p:grpSpPr>
          <p:sp>
            <p:nvSpPr>
              <p:cNvPr id="161" name="椭圆 160"/>
              <p:cNvSpPr/>
              <p:nvPr/>
            </p:nvSpPr>
            <p:spPr>
              <a:xfrm>
                <a:off x="1892300" y="-12065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椭圆 161"/>
              <p:cNvSpPr/>
              <p:nvPr/>
            </p:nvSpPr>
            <p:spPr>
              <a:xfrm>
                <a:off x="1892300" y="-9189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椭圆 162"/>
              <p:cNvSpPr/>
              <p:nvPr/>
            </p:nvSpPr>
            <p:spPr>
              <a:xfrm>
                <a:off x="1892300" y="-6313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椭圆 163"/>
              <p:cNvSpPr/>
              <p:nvPr/>
            </p:nvSpPr>
            <p:spPr>
              <a:xfrm>
                <a:off x="1892300" y="-343701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6" name="组合 135"/>
            <p:cNvGrpSpPr/>
            <p:nvPr/>
          </p:nvGrpSpPr>
          <p:grpSpPr>
            <a:xfrm rot="16200000">
              <a:off x="641326" y="6124050"/>
              <a:ext cx="54451" cy="516859"/>
              <a:chOff x="1892300" y="-1206500"/>
              <a:chExt cx="101600" cy="964399"/>
            </a:xfrm>
            <a:solidFill>
              <a:schemeClr val="bg1"/>
            </a:solidFill>
          </p:grpSpPr>
          <p:sp>
            <p:nvSpPr>
              <p:cNvPr id="157" name="椭圆 156"/>
              <p:cNvSpPr/>
              <p:nvPr/>
            </p:nvSpPr>
            <p:spPr>
              <a:xfrm>
                <a:off x="1892300" y="-12065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椭圆 157"/>
              <p:cNvSpPr/>
              <p:nvPr/>
            </p:nvSpPr>
            <p:spPr>
              <a:xfrm>
                <a:off x="1892300" y="-9189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椭圆 158"/>
              <p:cNvSpPr/>
              <p:nvPr/>
            </p:nvSpPr>
            <p:spPr>
              <a:xfrm>
                <a:off x="1892300" y="-6313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椭圆 159"/>
              <p:cNvSpPr/>
              <p:nvPr/>
            </p:nvSpPr>
            <p:spPr>
              <a:xfrm>
                <a:off x="1892300" y="-343701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7" name="组合 136"/>
            <p:cNvGrpSpPr/>
            <p:nvPr/>
          </p:nvGrpSpPr>
          <p:grpSpPr>
            <a:xfrm rot="16200000">
              <a:off x="641326" y="5993367"/>
              <a:ext cx="54451" cy="516859"/>
              <a:chOff x="1892300" y="-1206500"/>
              <a:chExt cx="101600" cy="964399"/>
            </a:xfrm>
            <a:solidFill>
              <a:schemeClr val="bg1"/>
            </a:solidFill>
          </p:grpSpPr>
          <p:sp>
            <p:nvSpPr>
              <p:cNvPr id="153" name="椭圆 152"/>
              <p:cNvSpPr/>
              <p:nvPr/>
            </p:nvSpPr>
            <p:spPr>
              <a:xfrm>
                <a:off x="1892300" y="-12065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椭圆 153"/>
              <p:cNvSpPr/>
              <p:nvPr/>
            </p:nvSpPr>
            <p:spPr>
              <a:xfrm>
                <a:off x="1892300" y="-9189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椭圆 154"/>
              <p:cNvSpPr/>
              <p:nvPr/>
            </p:nvSpPr>
            <p:spPr>
              <a:xfrm>
                <a:off x="1892300" y="-6313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椭圆 155"/>
              <p:cNvSpPr/>
              <p:nvPr/>
            </p:nvSpPr>
            <p:spPr>
              <a:xfrm>
                <a:off x="1892300" y="-343701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8" name="组合 137"/>
            <p:cNvGrpSpPr/>
            <p:nvPr/>
          </p:nvGrpSpPr>
          <p:grpSpPr>
            <a:xfrm rot="16200000">
              <a:off x="641326" y="5862683"/>
              <a:ext cx="54451" cy="516859"/>
              <a:chOff x="1892300" y="-1206500"/>
              <a:chExt cx="101600" cy="964399"/>
            </a:xfrm>
            <a:solidFill>
              <a:schemeClr val="bg1"/>
            </a:solidFill>
          </p:grpSpPr>
          <p:sp>
            <p:nvSpPr>
              <p:cNvPr id="149" name="椭圆 148"/>
              <p:cNvSpPr/>
              <p:nvPr/>
            </p:nvSpPr>
            <p:spPr>
              <a:xfrm>
                <a:off x="1892300" y="-12065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椭圆 149"/>
              <p:cNvSpPr/>
              <p:nvPr/>
            </p:nvSpPr>
            <p:spPr>
              <a:xfrm>
                <a:off x="1892300" y="-9189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椭圆 150"/>
              <p:cNvSpPr/>
              <p:nvPr/>
            </p:nvSpPr>
            <p:spPr>
              <a:xfrm>
                <a:off x="1892300" y="-6313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椭圆 151"/>
              <p:cNvSpPr/>
              <p:nvPr/>
            </p:nvSpPr>
            <p:spPr>
              <a:xfrm>
                <a:off x="1892300" y="-343701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9" name="组合 138"/>
            <p:cNvGrpSpPr/>
            <p:nvPr/>
          </p:nvGrpSpPr>
          <p:grpSpPr>
            <a:xfrm rot="16200000">
              <a:off x="641326" y="5732000"/>
              <a:ext cx="54451" cy="516859"/>
              <a:chOff x="1892300" y="-1206500"/>
              <a:chExt cx="101600" cy="964399"/>
            </a:xfrm>
            <a:solidFill>
              <a:schemeClr val="bg1"/>
            </a:solidFill>
          </p:grpSpPr>
          <p:sp>
            <p:nvSpPr>
              <p:cNvPr id="145" name="椭圆 144"/>
              <p:cNvSpPr/>
              <p:nvPr/>
            </p:nvSpPr>
            <p:spPr>
              <a:xfrm>
                <a:off x="1892300" y="-12065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椭圆 145"/>
              <p:cNvSpPr/>
              <p:nvPr/>
            </p:nvSpPr>
            <p:spPr>
              <a:xfrm>
                <a:off x="1892300" y="-9189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椭圆 146"/>
              <p:cNvSpPr/>
              <p:nvPr/>
            </p:nvSpPr>
            <p:spPr>
              <a:xfrm>
                <a:off x="1892300" y="-6313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椭圆 147"/>
              <p:cNvSpPr/>
              <p:nvPr/>
            </p:nvSpPr>
            <p:spPr>
              <a:xfrm>
                <a:off x="1892300" y="-343701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0" name="组合 139"/>
            <p:cNvGrpSpPr/>
            <p:nvPr/>
          </p:nvGrpSpPr>
          <p:grpSpPr>
            <a:xfrm rot="16200000">
              <a:off x="641326" y="5601317"/>
              <a:ext cx="54451" cy="516859"/>
              <a:chOff x="1892300" y="-1206500"/>
              <a:chExt cx="101600" cy="964399"/>
            </a:xfrm>
            <a:solidFill>
              <a:schemeClr val="bg1"/>
            </a:solidFill>
          </p:grpSpPr>
          <p:sp>
            <p:nvSpPr>
              <p:cNvPr id="141" name="椭圆 140"/>
              <p:cNvSpPr/>
              <p:nvPr/>
            </p:nvSpPr>
            <p:spPr>
              <a:xfrm>
                <a:off x="1892300" y="-12065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椭圆 141"/>
              <p:cNvSpPr/>
              <p:nvPr/>
            </p:nvSpPr>
            <p:spPr>
              <a:xfrm>
                <a:off x="1892300" y="-9189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椭圆 142"/>
              <p:cNvSpPr/>
              <p:nvPr/>
            </p:nvSpPr>
            <p:spPr>
              <a:xfrm>
                <a:off x="1892300" y="-6313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椭圆 143"/>
              <p:cNvSpPr/>
              <p:nvPr/>
            </p:nvSpPr>
            <p:spPr>
              <a:xfrm>
                <a:off x="1892300" y="-343701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5" name="组合 104"/>
            <p:cNvGrpSpPr/>
            <p:nvPr/>
          </p:nvGrpSpPr>
          <p:grpSpPr>
            <a:xfrm rot="16200000">
              <a:off x="641326" y="5455143"/>
              <a:ext cx="54451" cy="516859"/>
              <a:chOff x="1892300" y="-1206500"/>
              <a:chExt cx="101600" cy="964399"/>
            </a:xfrm>
            <a:solidFill>
              <a:schemeClr val="bg1"/>
            </a:solidFill>
          </p:grpSpPr>
          <p:sp>
            <p:nvSpPr>
              <p:cNvPr id="131" name="椭圆 130"/>
              <p:cNvSpPr/>
              <p:nvPr/>
            </p:nvSpPr>
            <p:spPr>
              <a:xfrm>
                <a:off x="1892300" y="-12065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椭圆 131"/>
              <p:cNvSpPr/>
              <p:nvPr/>
            </p:nvSpPr>
            <p:spPr>
              <a:xfrm>
                <a:off x="1892300" y="-9189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椭圆 132"/>
              <p:cNvSpPr/>
              <p:nvPr/>
            </p:nvSpPr>
            <p:spPr>
              <a:xfrm>
                <a:off x="1892300" y="-631300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椭圆 133"/>
              <p:cNvSpPr/>
              <p:nvPr/>
            </p:nvSpPr>
            <p:spPr>
              <a:xfrm>
                <a:off x="1892300" y="-343701"/>
                <a:ext cx="101600" cy="101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" name="文本框 5"/>
          <p:cNvSpPr txBox="1"/>
          <p:nvPr/>
        </p:nvSpPr>
        <p:spPr>
          <a:xfrm>
            <a:off x="5600700" y="2418715"/>
            <a:ext cx="551942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rgbClr val="02191F"/>
                </a:solidFill>
                <a:latin typeface="+mj-ea"/>
                <a:ea typeface="+mj-ea"/>
              </a:rPr>
              <a:t>业务结果回顾</a:t>
            </a:r>
            <a:endParaRPr lang="zh-CN" altLang="en-US" sz="6600" b="1" dirty="0">
              <a:solidFill>
                <a:srgbClr val="02191F"/>
              </a:solidFill>
              <a:latin typeface="+mj-ea"/>
              <a:ea typeface="+mj-ea"/>
            </a:endParaRPr>
          </a:p>
        </p:txBody>
      </p:sp>
      <p:grpSp>
        <p:nvGrpSpPr>
          <p:cNvPr id="167" name="组合 166"/>
          <p:cNvGrpSpPr/>
          <p:nvPr/>
        </p:nvGrpSpPr>
        <p:grpSpPr>
          <a:xfrm>
            <a:off x="2214521" y="2281956"/>
            <a:ext cx="1557832" cy="1557832"/>
            <a:chOff x="2214521" y="2281956"/>
            <a:chExt cx="1557832" cy="1557832"/>
          </a:xfrm>
        </p:grpSpPr>
        <p:sp>
          <p:nvSpPr>
            <p:cNvPr id="166" name="椭圆 165"/>
            <p:cNvSpPr/>
            <p:nvPr/>
          </p:nvSpPr>
          <p:spPr>
            <a:xfrm>
              <a:off x="2214521" y="2281956"/>
              <a:ext cx="1557832" cy="15578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027F9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342014" y="2660355"/>
              <a:ext cx="1302846" cy="7683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400">
                  <a:ln>
                    <a:solidFill>
                      <a:srgbClr val="FF6C0D"/>
                    </a:solidFill>
                  </a:ln>
                  <a:solidFill>
                    <a:srgbClr val="FF9E63"/>
                  </a:solidFill>
                  <a:latin typeface="+mj-ea"/>
                  <a:ea typeface="+mj-ea"/>
                </a:rPr>
                <a:t>01</a:t>
              </a:r>
              <a:endParaRPr lang="zh-CN" altLang="en-US" sz="6000" dirty="0">
                <a:ln>
                  <a:solidFill>
                    <a:srgbClr val="4FCEDF"/>
                  </a:solidFill>
                </a:ln>
                <a:solidFill>
                  <a:srgbClr val="BBECF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5600929" y="4327551"/>
            <a:ext cx="5141337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kern="100" dirty="0">
                <a:solidFill>
                  <a:srgbClr val="02191F">
                    <a:alpha val="70000"/>
                  </a:srgb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zh-CN" altLang="en-US" sz="1600" kern="100" dirty="0">
              <a:solidFill>
                <a:srgbClr val="02191F">
                  <a:alpha val="70000"/>
                </a:srgbClr>
              </a:solidFill>
              <a:effectLst/>
              <a:latin typeface="微软雅黑" panose="020B0503020204020204" charset="-122"/>
              <a:ea typeface="微软雅黑" panose="020B0503020204020204" charset="-122"/>
              <a:cs typeface="思源黑体 CN Normal" panose="020B04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14623" b="58751"/>
          <a:stretch>
            <a:fillRect/>
          </a:stretch>
        </p:blipFill>
        <p:spPr>
          <a:xfrm>
            <a:off x="565785" y="3334385"/>
            <a:ext cx="4675505" cy="3004820"/>
          </a:xfrm>
          <a:prstGeom prst="rect">
            <a:avLst/>
          </a:prstGeom>
        </p:spPr>
      </p:pic>
      <p:pic>
        <p:nvPicPr>
          <p:cNvPr id="5" name="图片 4" descr="天马集团_画板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372090" y="490855"/>
            <a:ext cx="1125855" cy="11258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21"/>
          <p:cNvSpPr/>
          <p:nvPr/>
        </p:nvSpPr>
        <p:spPr>
          <a:xfrm>
            <a:off x="4834216" y="1964577"/>
            <a:ext cx="6587572" cy="11850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52400" dist="152400" dir="2700000" algn="tl" rotWithShape="0">
              <a:srgbClr val="FF9E63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: 圆角 22"/>
          <p:cNvSpPr/>
          <p:nvPr/>
        </p:nvSpPr>
        <p:spPr>
          <a:xfrm>
            <a:off x="4834216" y="3337496"/>
            <a:ext cx="6587572" cy="11850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52400" dist="152400" dir="2700000" algn="tl" rotWithShape="0">
              <a:srgbClr val="FF9E63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: 圆角 23"/>
          <p:cNvSpPr/>
          <p:nvPr/>
        </p:nvSpPr>
        <p:spPr>
          <a:xfrm>
            <a:off x="4834216" y="4710415"/>
            <a:ext cx="6587572" cy="11850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52400" dist="152400" dir="2700000" algn="tl" rotWithShape="0">
              <a:srgbClr val="FF9E63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椭圆 24"/>
          <p:cNvSpPr/>
          <p:nvPr/>
        </p:nvSpPr>
        <p:spPr>
          <a:xfrm>
            <a:off x="4988877" y="2106783"/>
            <a:ext cx="900610" cy="900610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988877" y="3479702"/>
            <a:ext cx="900610" cy="900610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4988877" y="4852621"/>
            <a:ext cx="900610" cy="900610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198292" y="2187875"/>
            <a:ext cx="482600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单击此处输入你的正文，文字是您思想的提炼，为了最终演示发布的良好效果，请尽量言简意赅的阐述观点；</a:t>
            </a:r>
            <a:endParaRPr lang="zh-CN" altLang="zh-CN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思源黑体 CN Normal" panose="020B04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198292" y="3543472"/>
            <a:ext cx="482600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单击此处输入你的正文，文字是您思想的提炼，为了最终演示发布的良好效果，请尽量言简意赅的阐述观点；</a:t>
            </a:r>
            <a:endParaRPr lang="zh-CN" altLang="zh-CN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思源黑体 CN Normal" panose="020B0400000000000000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198292" y="4933713"/>
            <a:ext cx="482600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单击此处输入你的正文，文字是您思想的提炼，为了最终演示发布的良好效果，请尽量言简意赅的阐述观点；</a:t>
            </a:r>
            <a:endParaRPr lang="zh-CN" altLang="zh-CN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思源黑体 CN Normal" panose="020B0400000000000000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660400" y="2679718"/>
            <a:ext cx="3568700" cy="2989998"/>
            <a:chOff x="872504" y="2819830"/>
            <a:chExt cx="3428518" cy="2989998"/>
          </a:xfrm>
        </p:grpSpPr>
        <p:sp>
          <p:nvSpPr>
            <p:cNvPr id="33" name="文本框 32"/>
            <p:cNvSpPr txBox="1"/>
            <p:nvPr/>
          </p:nvSpPr>
          <p:spPr>
            <a:xfrm>
              <a:off x="872504" y="2819830"/>
              <a:ext cx="2454895" cy="645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solidFill>
                    <a:srgbClr val="02191F"/>
                  </a:solidFill>
                  <a:latin typeface="+mj-ea"/>
                  <a:ea typeface="+mj-ea"/>
                </a:rPr>
                <a:t>xxx</a:t>
              </a:r>
              <a:endParaRPr lang="en-US" altLang="zh-CN" sz="3600" dirty="0">
                <a:solidFill>
                  <a:srgbClr val="02191F"/>
                </a:solidFill>
                <a:latin typeface="+mj-ea"/>
                <a:ea typeface="+mj-ea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72504" y="3974678"/>
              <a:ext cx="3428518" cy="18351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zh-CN" sz="1400" kern="1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思源黑体 CN Normal" panose="020B0400000000000000" pitchFamily="34" charset="-122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endParaRPr>
            </a:p>
            <a:p>
              <a:pPr algn="just"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zh-CN" sz="1400" kern="1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思源黑体 CN Normal" panose="020B0400000000000000" pitchFamily="34" charset="-122"/>
                </a:rPr>
                <a:t>根据需要可酌情增减文字，以便观者可以准确理解您所传达的信息。</a:t>
              </a:r>
              <a:endParaRPr lang="zh-CN" altLang="zh-CN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72504" y="3496969"/>
              <a:ext cx="291730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1400" cap="all" dirty="0">
                  <a:solidFill>
                    <a:srgbClr val="02191F"/>
                  </a:solidFill>
                  <a:latin typeface="+mn-ea"/>
                </a:rPr>
                <a:t>Company profile</a:t>
              </a:r>
              <a:endParaRPr lang="zh-CN" altLang="en-US" sz="1400" cap="all" dirty="0">
                <a:solidFill>
                  <a:srgbClr val="02191F"/>
                </a:solidFill>
                <a:latin typeface="+mn-ea"/>
              </a:endParaRPr>
            </a:p>
          </p:txBody>
        </p:sp>
      </p:grpSp>
      <p:pic>
        <p:nvPicPr>
          <p:cNvPr id="43" name="图形 42" descr="343538343131353b343538343333303bb5d8cdbcb5d8b1ea"/>
          <p:cNvPicPr>
            <a:picLocks noChangeAspect="1"/>
          </p:cNvPicPr>
          <p:nvPr/>
        </p:nvPicPr>
        <p:blipFill>
          <a:blip r:embed="rId1"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0953" y="2281312"/>
            <a:ext cx="534166" cy="534164"/>
          </a:xfrm>
          <a:prstGeom prst="rect">
            <a:avLst/>
          </a:prstGeom>
        </p:spPr>
      </p:pic>
      <p:pic>
        <p:nvPicPr>
          <p:cNvPr id="44" name="图形 43" descr="343538343131353b343538343332343bb7e4c3db"/>
          <p:cNvPicPr>
            <a:picLocks noChangeAspect="1"/>
          </p:cNvPicPr>
          <p:nvPr/>
        </p:nvPicPr>
        <p:blipFill>
          <a:blip r:embed="rId3"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5656" y="3664634"/>
            <a:ext cx="524772" cy="524772"/>
          </a:xfrm>
          <a:prstGeom prst="rect">
            <a:avLst/>
          </a:prstGeom>
        </p:spPr>
      </p:pic>
      <p:pic>
        <p:nvPicPr>
          <p:cNvPr id="45" name="图形 44" descr="343538343131353b343538343330323bd6b8cff2c7b0b7bd"/>
          <p:cNvPicPr>
            <a:picLocks noChangeAspect="1"/>
          </p:cNvPicPr>
          <p:nvPr/>
        </p:nvPicPr>
        <p:blipFill>
          <a:blip r:embed="rId5" cstate="print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80953" y="5023471"/>
            <a:ext cx="534166" cy="534164"/>
          </a:xfrm>
          <a:prstGeom prst="rect">
            <a:avLst/>
          </a:prstGeom>
        </p:spPr>
      </p:pic>
      <p:sp>
        <p:nvSpPr>
          <p:cNvPr id="5" name="矩形: 圆角 4"/>
          <p:cNvSpPr/>
          <p:nvPr userDrawn="1"/>
        </p:nvSpPr>
        <p:spPr>
          <a:xfrm>
            <a:off x="469583" y="577059"/>
            <a:ext cx="3563937" cy="20715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9E63">
                  <a:alpha val="0"/>
                </a:srgbClr>
              </a:gs>
              <a:gs pos="100000">
                <a:srgbClr val="FF9E63">
                  <a:lumMod val="30000"/>
                  <a:lumOff val="7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dirty="0"/>
          </a:p>
        </p:txBody>
      </p:sp>
      <p:sp>
        <p:nvSpPr>
          <p:cNvPr id="37" name="文本框 36"/>
          <p:cNvSpPr txBox="1"/>
          <p:nvPr/>
        </p:nvSpPr>
        <p:spPr>
          <a:xfrm>
            <a:off x="1174819" y="316805"/>
            <a:ext cx="2226241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400" b="1" dirty="0">
                <a:solidFill>
                  <a:srgbClr val="02191F"/>
                </a:solidFill>
                <a:latin typeface="+mj-ea"/>
                <a:ea typeface="+mj-ea"/>
              </a:rPr>
              <a:t>xxx</a:t>
            </a:r>
            <a:endParaRPr lang="en-US" altLang="zh-CN" sz="2400" b="1" dirty="0">
              <a:solidFill>
                <a:srgbClr val="02191F"/>
              </a:solidFill>
              <a:latin typeface="+mj-ea"/>
              <a:ea typeface="+mj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59644" y="316805"/>
            <a:ext cx="1102614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400" b="1" dirty="0">
                <a:ln w="12700">
                  <a:solidFill>
                    <a:srgbClr val="FF9E63"/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en-US" altLang="zh-CN" sz="2400" b="1" dirty="0">
              <a:ln w="12700">
                <a:solidFill>
                  <a:srgbClr val="FF9E63"/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441826" y="838669"/>
            <a:ext cx="11188065" cy="0"/>
          </a:xfrm>
          <a:prstGeom prst="line">
            <a:avLst/>
          </a:prstGeom>
          <a:ln>
            <a:solidFill>
              <a:srgbClr val="FF9E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6" name="图片 135" descr="天马集团_画板 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614660" y="-7620"/>
            <a:ext cx="1125855" cy="11258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screen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7073898" y="1697877"/>
            <a:ext cx="4351340" cy="2913802"/>
          </a:xfrm>
          <a:prstGeom prst="roundRect">
            <a:avLst>
              <a:gd name="adj" fmla="val 7457"/>
            </a:avLst>
          </a:prstGeom>
        </p:spPr>
      </p:pic>
      <p:sp>
        <p:nvSpPr>
          <p:cNvPr id="3" name="矩形: 圆角 2"/>
          <p:cNvSpPr/>
          <p:nvPr/>
        </p:nvSpPr>
        <p:spPr>
          <a:xfrm>
            <a:off x="754063" y="1697877"/>
            <a:ext cx="6183312" cy="2913802"/>
          </a:xfrm>
          <a:prstGeom prst="roundRect">
            <a:avLst>
              <a:gd name="adj" fmla="val 7457"/>
            </a:avLst>
          </a:prstGeom>
          <a:solidFill>
            <a:schemeClr val="bg1"/>
          </a:solidFill>
          <a:ln>
            <a:noFill/>
          </a:ln>
          <a:effectLst>
            <a:outerShdw blurRad="152400" dist="152400" dir="2700000" algn="tl" rotWithShape="0">
              <a:srgbClr val="FF9E63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7683" y="2564001"/>
            <a:ext cx="5374352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zh-CN" altLang="zh-CN" sz="14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单击此处输入你的正文，文字是您思想的提炼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，</a:t>
            </a:r>
            <a:r>
              <a:rPr lang="zh-CN" altLang="zh-CN" sz="14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为了最终演示发布的良好效果，请尽量言简意赅的阐述观点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，</a:t>
            </a:r>
            <a:r>
              <a:rPr lang="zh-CN" altLang="zh-CN" sz="14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根据需要可酌情增减文字，以便观者可以准确理解您所传达的信息。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83" y="2056817"/>
            <a:ext cx="3375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2191F"/>
                </a:solidFill>
                <a:latin typeface="+mj-ea"/>
                <a:ea typeface="+mj-ea"/>
              </a:rPr>
              <a:t>添加小标题</a:t>
            </a:r>
            <a:endParaRPr lang="zh-CN" altLang="en-US" sz="2400" dirty="0">
              <a:solidFill>
                <a:srgbClr val="02191F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65198" y="5084060"/>
            <a:ext cx="10591802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zh-CN" altLang="zh-CN" sz="12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单击此处输入你的正文，文字是您思想的提炼</a:t>
            </a:r>
            <a:r>
              <a:rPr lang="zh-CN" alt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，</a:t>
            </a:r>
            <a:r>
              <a:rPr lang="zh-CN" altLang="zh-CN" sz="12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为了最终演示发布的良好效果，请尽量言简意赅的阐述观点</a:t>
            </a:r>
            <a:r>
              <a:rPr lang="zh-CN" alt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，</a:t>
            </a:r>
            <a:r>
              <a:rPr lang="zh-CN" altLang="zh-CN" sz="12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根据需要可酌情增减文字，以便观者可以准确理解您所传达的信息。</a:t>
            </a:r>
            <a:r>
              <a:rPr lang="zh-CN" alt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单击此处输入你的正文，文字是您思想的提炼，为了最终演示发布的良好效果，请尽量言简意赅的阐述观点，根据需要可酌情增减文字，以便观者可以准确理解您所传达的信息。</a:t>
            </a:r>
            <a:endParaRPr lang="zh-CN" altLang="en-US" sz="1200" kern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241797" y="3804356"/>
            <a:ext cx="5004640" cy="435212"/>
            <a:chOff x="5288018" y="5230857"/>
            <a:chExt cx="4200737" cy="370695"/>
          </a:xfrm>
        </p:grpSpPr>
        <p:sp>
          <p:nvSpPr>
            <p:cNvPr id="33" name="矩形: 圆角 32"/>
            <p:cNvSpPr/>
            <p:nvPr/>
          </p:nvSpPr>
          <p:spPr>
            <a:xfrm>
              <a:off x="5288018" y="5230857"/>
              <a:ext cx="1275259" cy="3706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9E63">
                    <a:alpha val="0"/>
                  </a:srgbClr>
                </a:gs>
                <a:gs pos="73000">
                  <a:srgbClr val="FF9E63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4" name="矩形: 圆角 33"/>
            <p:cNvSpPr/>
            <p:nvPr/>
          </p:nvSpPr>
          <p:spPr>
            <a:xfrm>
              <a:off x="6750758" y="5230857"/>
              <a:ext cx="1275259" cy="3706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9E63">
                    <a:alpha val="0"/>
                  </a:srgbClr>
                </a:gs>
                <a:gs pos="73000">
                  <a:srgbClr val="FF9E63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" name="矩形: 圆角 34"/>
            <p:cNvSpPr/>
            <p:nvPr/>
          </p:nvSpPr>
          <p:spPr>
            <a:xfrm>
              <a:off x="8213496" y="5230857"/>
              <a:ext cx="1275259" cy="3706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9E63">
                    <a:alpha val="0"/>
                  </a:srgbClr>
                </a:gs>
                <a:gs pos="73000">
                  <a:srgbClr val="FF9E63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4" name="矩形: 圆角 4"/>
          <p:cNvSpPr/>
          <p:nvPr userDrawn="1"/>
        </p:nvSpPr>
        <p:spPr>
          <a:xfrm>
            <a:off x="469583" y="577059"/>
            <a:ext cx="3563937" cy="20715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9E63">
                  <a:alpha val="0"/>
                </a:srgbClr>
              </a:gs>
              <a:gs pos="100000">
                <a:srgbClr val="FF9E63">
                  <a:lumMod val="30000"/>
                  <a:lumOff val="7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dirty="0"/>
          </a:p>
        </p:txBody>
      </p:sp>
      <p:sp>
        <p:nvSpPr>
          <p:cNvPr id="7" name="文本框 6"/>
          <p:cNvSpPr txBox="1"/>
          <p:nvPr/>
        </p:nvSpPr>
        <p:spPr>
          <a:xfrm>
            <a:off x="1174819" y="316805"/>
            <a:ext cx="2226241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2191F"/>
                </a:solidFill>
                <a:latin typeface="+mj-ea"/>
                <a:ea typeface="+mj-ea"/>
              </a:rPr>
              <a:t>xxx</a:t>
            </a:r>
            <a:endParaRPr lang="en-US" altLang="zh-CN" sz="2400" b="1" dirty="0">
              <a:solidFill>
                <a:srgbClr val="02191F"/>
              </a:solidFill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9644" y="316805"/>
            <a:ext cx="1102614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n w="12700">
                  <a:solidFill>
                    <a:srgbClr val="FF9E63"/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en-US" altLang="zh-CN" sz="2400" b="1" dirty="0">
              <a:ln w="12700">
                <a:solidFill>
                  <a:srgbClr val="FF9E63"/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41826" y="838669"/>
            <a:ext cx="11188065" cy="0"/>
          </a:xfrm>
          <a:prstGeom prst="line">
            <a:avLst/>
          </a:prstGeom>
          <a:ln>
            <a:solidFill>
              <a:srgbClr val="FF9E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6" name="图片 135" descr="天马集团_画板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614660" y="-7620"/>
            <a:ext cx="1125855" cy="11258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706781" y="1817271"/>
            <a:ext cx="4731157" cy="4166644"/>
            <a:chOff x="695324" y="1581912"/>
            <a:chExt cx="4772788" cy="4203307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 cstate="screen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2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695324" y="1581912"/>
              <a:ext cx="1533646" cy="4188073"/>
            </a:xfrm>
            <a:custGeom>
              <a:avLst/>
              <a:gdLst>
                <a:gd name="connsiteX0" fmla="*/ 766823 w 1533646"/>
                <a:gd name="connsiteY0" fmla="*/ 0 h 4188073"/>
                <a:gd name="connsiteX1" fmla="*/ 1533646 w 1533646"/>
                <a:gd name="connsiteY1" fmla="*/ 766823 h 4188073"/>
                <a:gd name="connsiteX2" fmla="*/ 1533645 w 1533646"/>
                <a:gd name="connsiteY2" fmla="*/ 3421250 h 4188073"/>
                <a:gd name="connsiteX3" fmla="*/ 766822 w 1533646"/>
                <a:gd name="connsiteY3" fmla="*/ 4188073 h 4188073"/>
                <a:gd name="connsiteX4" fmla="*/ 766823 w 1533646"/>
                <a:gd name="connsiteY4" fmla="*/ 4188072 h 4188073"/>
                <a:gd name="connsiteX5" fmla="*/ 0 w 1533646"/>
                <a:gd name="connsiteY5" fmla="*/ 3421249 h 4188073"/>
                <a:gd name="connsiteX6" fmla="*/ 0 w 1533646"/>
                <a:gd name="connsiteY6" fmla="*/ 766823 h 4188073"/>
                <a:gd name="connsiteX7" fmla="*/ 766823 w 1533646"/>
                <a:gd name="connsiteY7" fmla="*/ 0 h 4188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3646" h="4188073">
                  <a:moveTo>
                    <a:pt x="766823" y="0"/>
                  </a:moveTo>
                  <a:cubicBezTo>
                    <a:pt x="1190328" y="0"/>
                    <a:pt x="1533646" y="343318"/>
                    <a:pt x="1533646" y="766823"/>
                  </a:cubicBezTo>
                  <a:cubicBezTo>
                    <a:pt x="1533646" y="1651632"/>
                    <a:pt x="1533645" y="2536441"/>
                    <a:pt x="1533645" y="3421250"/>
                  </a:cubicBezTo>
                  <a:cubicBezTo>
                    <a:pt x="1533645" y="3844755"/>
                    <a:pt x="1190327" y="4188073"/>
                    <a:pt x="766822" y="4188073"/>
                  </a:cubicBezTo>
                  <a:lnTo>
                    <a:pt x="766823" y="4188072"/>
                  </a:lnTo>
                  <a:cubicBezTo>
                    <a:pt x="343318" y="4188072"/>
                    <a:pt x="0" y="3844754"/>
                    <a:pt x="0" y="3421249"/>
                  </a:cubicBezTo>
                  <a:lnTo>
                    <a:pt x="0" y="766823"/>
                  </a:lnTo>
                  <a:cubicBezTo>
                    <a:pt x="0" y="343318"/>
                    <a:pt x="343318" y="0"/>
                    <a:pt x="766823" y="0"/>
                  </a:cubicBezTo>
                  <a:close/>
                </a:path>
              </a:pathLst>
            </a:cu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2314895" y="1581912"/>
              <a:ext cx="1533646" cy="4188073"/>
            </a:xfrm>
            <a:custGeom>
              <a:avLst/>
              <a:gdLst>
                <a:gd name="connsiteX0" fmla="*/ 766823 w 1533646"/>
                <a:gd name="connsiteY0" fmla="*/ 0 h 4188073"/>
                <a:gd name="connsiteX1" fmla="*/ 1533646 w 1533646"/>
                <a:gd name="connsiteY1" fmla="*/ 766823 h 4188073"/>
                <a:gd name="connsiteX2" fmla="*/ 1533645 w 1533646"/>
                <a:gd name="connsiteY2" fmla="*/ 3421250 h 4188073"/>
                <a:gd name="connsiteX3" fmla="*/ 766822 w 1533646"/>
                <a:gd name="connsiteY3" fmla="*/ 4188073 h 4188073"/>
                <a:gd name="connsiteX4" fmla="*/ 766823 w 1533646"/>
                <a:gd name="connsiteY4" fmla="*/ 4188072 h 4188073"/>
                <a:gd name="connsiteX5" fmla="*/ 0 w 1533646"/>
                <a:gd name="connsiteY5" fmla="*/ 3421249 h 4188073"/>
                <a:gd name="connsiteX6" fmla="*/ 0 w 1533646"/>
                <a:gd name="connsiteY6" fmla="*/ 766823 h 4188073"/>
                <a:gd name="connsiteX7" fmla="*/ 766823 w 1533646"/>
                <a:gd name="connsiteY7" fmla="*/ 0 h 4188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3646" h="4188073">
                  <a:moveTo>
                    <a:pt x="766823" y="0"/>
                  </a:moveTo>
                  <a:cubicBezTo>
                    <a:pt x="1190328" y="0"/>
                    <a:pt x="1533646" y="343318"/>
                    <a:pt x="1533646" y="766823"/>
                  </a:cubicBezTo>
                  <a:cubicBezTo>
                    <a:pt x="1533646" y="1651632"/>
                    <a:pt x="1533645" y="2536441"/>
                    <a:pt x="1533645" y="3421250"/>
                  </a:cubicBezTo>
                  <a:cubicBezTo>
                    <a:pt x="1533645" y="3844755"/>
                    <a:pt x="1190327" y="4188073"/>
                    <a:pt x="766822" y="4188073"/>
                  </a:cubicBezTo>
                  <a:lnTo>
                    <a:pt x="766823" y="4188072"/>
                  </a:lnTo>
                  <a:cubicBezTo>
                    <a:pt x="343318" y="4188072"/>
                    <a:pt x="0" y="3844754"/>
                    <a:pt x="0" y="3421249"/>
                  </a:cubicBezTo>
                  <a:lnTo>
                    <a:pt x="0" y="766823"/>
                  </a:lnTo>
                  <a:cubicBezTo>
                    <a:pt x="0" y="343318"/>
                    <a:pt x="343318" y="0"/>
                    <a:pt x="766823" y="0"/>
                  </a:cubicBezTo>
                  <a:close/>
                </a:path>
              </a:pathLst>
            </a:cu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3934466" y="1581912"/>
              <a:ext cx="1533646" cy="4188073"/>
            </a:xfrm>
            <a:custGeom>
              <a:avLst/>
              <a:gdLst>
                <a:gd name="connsiteX0" fmla="*/ 766823 w 1533646"/>
                <a:gd name="connsiteY0" fmla="*/ 0 h 4188073"/>
                <a:gd name="connsiteX1" fmla="*/ 1533646 w 1533646"/>
                <a:gd name="connsiteY1" fmla="*/ 766823 h 4188073"/>
                <a:gd name="connsiteX2" fmla="*/ 1533645 w 1533646"/>
                <a:gd name="connsiteY2" fmla="*/ 3421250 h 4188073"/>
                <a:gd name="connsiteX3" fmla="*/ 766822 w 1533646"/>
                <a:gd name="connsiteY3" fmla="*/ 4188073 h 4188073"/>
                <a:gd name="connsiteX4" fmla="*/ 766823 w 1533646"/>
                <a:gd name="connsiteY4" fmla="*/ 4188072 h 4188073"/>
                <a:gd name="connsiteX5" fmla="*/ 0 w 1533646"/>
                <a:gd name="connsiteY5" fmla="*/ 3421249 h 4188073"/>
                <a:gd name="connsiteX6" fmla="*/ 0 w 1533646"/>
                <a:gd name="connsiteY6" fmla="*/ 766823 h 4188073"/>
                <a:gd name="connsiteX7" fmla="*/ 766823 w 1533646"/>
                <a:gd name="connsiteY7" fmla="*/ 0 h 4188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3646" h="4188073">
                  <a:moveTo>
                    <a:pt x="766823" y="0"/>
                  </a:moveTo>
                  <a:cubicBezTo>
                    <a:pt x="1190328" y="0"/>
                    <a:pt x="1533646" y="343318"/>
                    <a:pt x="1533646" y="766823"/>
                  </a:cubicBezTo>
                  <a:cubicBezTo>
                    <a:pt x="1533646" y="1651632"/>
                    <a:pt x="1533645" y="2536441"/>
                    <a:pt x="1533645" y="3421250"/>
                  </a:cubicBezTo>
                  <a:cubicBezTo>
                    <a:pt x="1533645" y="3844755"/>
                    <a:pt x="1190327" y="4188073"/>
                    <a:pt x="766822" y="4188073"/>
                  </a:cubicBezTo>
                  <a:lnTo>
                    <a:pt x="766823" y="4188072"/>
                  </a:lnTo>
                  <a:cubicBezTo>
                    <a:pt x="343318" y="4188072"/>
                    <a:pt x="0" y="3844754"/>
                    <a:pt x="0" y="3421249"/>
                  </a:cubicBezTo>
                  <a:lnTo>
                    <a:pt x="0" y="766823"/>
                  </a:lnTo>
                  <a:cubicBezTo>
                    <a:pt x="0" y="343318"/>
                    <a:pt x="343318" y="0"/>
                    <a:pt x="766823" y="0"/>
                  </a:cubicBezTo>
                  <a:close/>
                </a:path>
              </a:pathLst>
            </a:custGeom>
          </p:spPr>
        </p:pic>
        <p:sp>
          <p:nvSpPr>
            <p:cNvPr id="6" name="矩形: 圆角 5"/>
            <p:cNvSpPr/>
            <p:nvPr/>
          </p:nvSpPr>
          <p:spPr>
            <a:xfrm>
              <a:off x="2311384" y="3451393"/>
              <a:ext cx="1533646" cy="233382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9E63">
                    <a:alpha val="0"/>
                  </a:srgbClr>
                </a:gs>
                <a:gs pos="100000">
                  <a:srgbClr val="FF9E63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3934466" y="3451392"/>
              <a:ext cx="1533646" cy="233382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9E63">
                    <a:alpha val="0"/>
                  </a:srgbClr>
                </a:gs>
                <a:gs pos="100000">
                  <a:srgbClr val="FF9E63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8" name="矩形: 圆角 7"/>
            <p:cNvSpPr/>
            <p:nvPr/>
          </p:nvSpPr>
          <p:spPr>
            <a:xfrm>
              <a:off x="695324" y="3451392"/>
              <a:ext cx="1533646" cy="233382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9E63">
                    <a:alpha val="0"/>
                  </a:srgbClr>
                </a:gs>
                <a:gs pos="100000">
                  <a:srgbClr val="FF9E63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j-ea"/>
                <a:ea typeface="+mj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820267" y="5136411"/>
            <a:ext cx="1293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标题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422231" y="5136411"/>
            <a:ext cx="1293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标题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031155" y="5136411"/>
            <a:ext cx="1293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标题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44079" y="1909882"/>
            <a:ext cx="26794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rgbClr val="02191F"/>
                </a:solidFill>
                <a:latin typeface="+mj-ea"/>
                <a:ea typeface="+mj-ea"/>
              </a:rPr>
              <a:t>合作伙伴</a:t>
            </a:r>
            <a:endParaRPr lang="zh-CN" altLang="en-US" sz="4000" dirty="0">
              <a:solidFill>
                <a:srgbClr val="02191F"/>
              </a:solidFill>
              <a:latin typeface="+mj-ea"/>
              <a:ea typeface="+mj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4079" y="3015466"/>
            <a:ext cx="5464796" cy="215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思源黑体 CN Normal" panose="020B0400000000000000" pitchFamily="34" charset="-122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您的正文已经简明扼要，字字珠玑，但信息却错综复杂，需要用更多的文字来表述；但请您尽可能提炼思想的精髓，否则容易造成观者的阅读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rPr>
              <a:t>压力，适得其反。</a:t>
            </a:r>
            <a:endParaRPr lang="en-US" altLang="zh-CN" sz="1400" kern="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44079" y="2644278"/>
            <a:ext cx="4679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cap="all" dirty="0">
                <a:solidFill>
                  <a:srgbClr val="02191F"/>
                </a:solidFill>
                <a:latin typeface="+mn-ea"/>
              </a:rPr>
              <a:t>Business partner</a:t>
            </a:r>
            <a:endParaRPr lang="en-US" altLang="zh-CN" sz="1400" cap="all" dirty="0">
              <a:solidFill>
                <a:srgbClr val="02191F"/>
              </a:solidFill>
              <a:latin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27485" y="5518502"/>
            <a:ext cx="4870174" cy="450312"/>
            <a:chOff x="1006193" y="5533602"/>
            <a:chExt cx="5004640" cy="450312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1073426" y="5983914"/>
              <a:ext cx="4870174" cy="0"/>
            </a:xfrm>
            <a:prstGeom prst="line">
              <a:avLst/>
            </a:prstGeom>
            <a:ln>
              <a:solidFill>
                <a:srgbClr val="2FC5D9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: 圆角 24"/>
            <p:cNvSpPr/>
            <p:nvPr/>
          </p:nvSpPr>
          <p:spPr>
            <a:xfrm>
              <a:off x="1006193" y="5533602"/>
              <a:ext cx="1519308" cy="43521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矩形: 圆角 25"/>
            <p:cNvSpPr/>
            <p:nvPr/>
          </p:nvSpPr>
          <p:spPr>
            <a:xfrm>
              <a:off x="2748860" y="5533602"/>
              <a:ext cx="1519308" cy="43521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4491525" y="5533602"/>
              <a:ext cx="1519308" cy="43521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1067750" y="5587043"/>
              <a:ext cx="4881524" cy="306705"/>
              <a:chOff x="1243238" y="3691337"/>
              <a:chExt cx="3538313" cy="261238"/>
            </a:xfrm>
            <a:solidFill>
              <a:schemeClr val="bg1"/>
            </a:solidFill>
          </p:grpSpPr>
          <p:sp>
            <p:nvSpPr>
              <p:cNvPr id="29" name="文本框 28"/>
              <p:cNvSpPr txBox="1"/>
              <p:nvPr/>
            </p:nvSpPr>
            <p:spPr>
              <a:xfrm>
                <a:off x="1243238" y="3691337"/>
                <a:ext cx="1012012" cy="261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rgbClr val="FF6C0D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添加标题</a:t>
                </a:r>
                <a:endParaRPr lang="zh-CN" altLang="en-US" sz="1400" b="1" dirty="0">
                  <a:solidFill>
                    <a:srgbClr val="FF6C0D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2506389" y="3691337"/>
                <a:ext cx="1012012" cy="261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rgbClr val="FF6C0D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添加标题</a:t>
                </a:r>
                <a:endParaRPr lang="zh-CN" altLang="en-US" sz="1400" b="1" dirty="0">
                  <a:solidFill>
                    <a:srgbClr val="FF6C0D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3769539" y="3691337"/>
                <a:ext cx="1012012" cy="261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rgbClr val="FF6C0D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添加标题</a:t>
                </a:r>
                <a:endParaRPr lang="zh-CN" altLang="en-US" sz="1400" b="1" dirty="0">
                  <a:solidFill>
                    <a:srgbClr val="FF6C0D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2" name="矩形: 圆角 4"/>
          <p:cNvSpPr/>
          <p:nvPr userDrawn="1"/>
        </p:nvSpPr>
        <p:spPr>
          <a:xfrm>
            <a:off x="469583" y="577059"/>
            <a:ext cx="3563937" cy="20715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9E63">
                  <a:alpha val="0"/>
                </a:srgbClr>
              </a:gs>
              <a:gs pos="100000">
                <a:srgbClr val="FF9E63">
                  <a:lumMod val="30000"/>
                  <a:lumOff val="7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dirty="0"/>
          </a:p>
        </p:txBody>
      </p:sp>
      <p:sp>
        <p:nvSpPr>
          <p:cNvPr id="37" name="文本框 36"/>
          <p:cNvSpPr txBox="1"/>
          <p:nvPr/>
        </p:nvSpPr>
        <p:spPr>
          <a:xfrm>
            <a:off x="1174819" y="316805"/>
            <a:ext cx="2226241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2191F"/>
                </a:solidFill>
                <a:latin typeface="+mj-ea"/>
                <a:ea typeface="+mj-ea"/>
              </a:rPr>
              <a:t>xxx</a:t>
            </a:r>
            <a:endParaRPr lang="en-US" altLang="zh-CN" sz="2400" b="1" dirty="0">
              <a:solidFill>
                <a:srgbClr val="02191F"/>
              </a:solidFill>
              <a:latin typeface="+mj-ea"/>
              <a:ea typeface="+mj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59644" y="316805"/>
            <a:ext cx="1102614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n w="12700">
                  <a:solidFill>
                    <a:srgbClr val="FF9E63"/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en-US" altLang="zh-CN" sz="2400" b="1" dirty="0">
              <a:ln w="12700">
                <a:solidFill>
                  <a:srgbClr val="FF9E63"/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441826" y="838669"/>
            <a:ext cx="11188065" cy="0"/>
          </a:xfrm>
          <a:prstGeom prst="line">
            <a:avLst/>
          </a:prstGeom>
          <a:ln>
            <a:solidFill>
              <a:srgbClr val="FF9E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6" name="图片 135" descr="天马集团_画板 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614660" y="-7620"/>
            <a:ext cx="1125855" cy="11258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: 空心 1"/>
          <p:cNvSpPr/>
          <p:nvPr/>
        </p:nvSpPr>
        <p:spPr>
          <a:xfrm>
            <a:off x="2894890" y="781133"/>
            <a:ext cx="5655668" cy="5655668"/>
          </a:xfrm>
          <a:prstGeom prst="donut">
            <a:avLst>
              <a:gd name="adj" fmla="val 28764"/>
            </a:avLst>
          </a:prstGeom>
          <a:gradFill flip="none" rotWithShape="1">
            <a:gsLst>
              <a:gs pos="0">
                <a:srgbClr val="D9F4FB">
                  <a:alpha val="0"/>
                </a:srgbClr>
              </a:gs>
              <a:gs pos="99000">
                <a:srgbClr val="D9F4FB">
                  <a:lumMod val="97000"/>
                  <a:alpha val="5000"/>
                </a:srgbClr>
              </a:gs>
            </a:gsLst>
            <a:lin ang="0" scaled="1"/>
            <a:tileRect/>
          </a:gradFill>
          <a:ln>
            <a:gradFill flip="none" rotWithShape="1">
              <a:gsLst>
                <a:gs pos="62000">
                  <a:srgbClr val="D9F4FB">
                    <a:alpha val="0"/>
                  </a:srgbClr>
                </a:gs>
                <a:gs pos="89000">
                  <a:srgbClr val="D9F4FB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6824" y="1663700"/>
            <a:ext cx="2621376" cy="4406900"/>
          </a:xfrm>
          <a:prstGeom prst="roundRect">
            <a:avLst>
              <a:gd name="adj" fmla="val 5979"/>
            </a:avLst>
          </a:prstGeom>
          <a:solidFill>
            <a:srgbClr val="FF7A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3530600" y="1663700"/>
            <a:ext cx="7894638" cy="4406900"/>
          </a:xfrm>
          <a:prstGeom prst="roundRect">
            <a:avLst>
              <a:gd name="adj" fmla="val 4530"/>
            </a:avLst>
          </a:prstGeom>
          <a:solidFill>
            <a:schemeClr val="bg1"/>
          </a:solidFill>
          <a:ln>
            <a:noFill/>
          </a:ln>
          <a:effectLst>
            <a:outerShdw blurRad="152400" dist="152400" dir="2700000" algn="tl" rotWithShape="0">
              <a:srgbClr val="27BFD3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4208500" y="2403898"/>
            <a:ext cx="3070467" cy="1014492"/>
            <a:chOff x="4386642" y="2874758"/>
            <a:chExt cx="3070467" cy="1014492"/>
          </a:xfrm>
        </p:grpSpPr>
        <p:sp>
          <p:nvSpPr>
            <p:cNvPr id="9" name="文本框 8"/>
            <p:cNvSpPr txBox="1"/>
            <p:nvPr/>
          </p:nvSpPr>
          <p:spPr>
            <a:xfrm>
              <a:off x="4386642" y="3244090"/>
              <a:ext cx="3070467" cy="645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en-US" sz="1200" kern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思源黑体 CN Normal" panose="020B0400000000000000" pitchFamily="34" charset="-122"/>
                </a:rPr>
                <a:t>单击此处输入你的正文，文字是您思想的提炼，</a:t>
              </a:r>
              <a:r>
                <a:rPr lang="zh-CN" altLang="zh-CN" sz="12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思源黑体 CN Normal" panose="020B0400000000000000" pitchFamily="34" charset="-122"/>
                </a:rPr>
                <a:t>请尽量言简意赅的阐述观点</a:t>
              </a:r>
              <a:endParaRPr lang="zh-CN" alt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386642" y="2874758"/>
              <a:ext cx="1877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2191F"/>
                  </a:solidFill>
                  <a:latin typeface="+mj-ea"/>
                  <a:ea typeface="+mj-ea"/>
                </a:rPr>
                <a:t>添加标题</a:t>
              </a:r>
              <a:endParaRPr lang="zh-CN" altLang="en-US" dirty="0">
                <a:solidFill>
                  <a:srgbClr val="02191F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056942" y="2403898"/>
            <a:ext cx="3070467" cy="1014492"/>
            <a:chOff x="4386642" y="2874758"/>
            <a:chExt cx="3070467" cy="1014492"/>
          </a:xfrm>
        </p:grpSpPr>
        <p:sp>
          <p:nvSpPr>
            <p:cNvPr id="12" name="文本框 11"/>
            <p:cNvSpPr txBox="1"/>
            <p:nvPr/>
          </p:nvSpPr>
          <p:spPr>
            <a:xfrm>
              <a:off x="4386642" y="3244090"/>
              <a:ext cx="3070467" cy="645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en-US" sz="1200" kern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思源黑体 CN Normal" panose="020B0400000000000000" pitchFamily="34" charset="-122"/>
                </a:rPr>
                <a:t>单击此处输入你的正文，文字是您思想的提炼，</a:t>
              </a:r>
              <a:r>
                <a:rPr lang="zh-CN" altLang="zh-CN" sz="12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思源黑体 CN Normal" panose="020B0400000000000000" pitchFamily="34" charset="-122"/>
                </a:rPr>
                <a:t>请尽量言简意赅的阐述观点</a:t>
              </a:r>
              <a:endParaRPr lang="zh-CN" alt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386642" y="2874758"/>
              <a:ext cx="1877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2191F"/>
                  </a:solidFill>
                  <a:latin typeface="+mj-ea"/>
                  <a:ea typeface="+mj-ea"/>
                </a:rPr>
                <a:t>添加标题</a:t>
              </a:r>
              <a:endParaRPr lang="zh-CN" altLang="en-US" dirty="0">
                <a:solidFill>
                  <a:srgbClr val="02191F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208500" y="4279900"/>
            <a:ext cx="3070467" cy="1014492"/>
            <a:chOff x="4386642" y="2874758"/>
            <a:chExt cx="3070467" cy="1014492"/>
          </a:xfrm>
        </p:grpSpPr>
        <p:sp>
          <p:nvSpPr>
            <p:cNvPr id="15" name="文本框 14"/>
            <p:cNvSpPr txBox="1"/>
            <p:nvPr/>
          </p:nvSpPr>
          <p:spPr>
            <a:xfrm>
              <a:off x="4386642" y="3244090"/>
              <a:ext cx="3070467" cy="645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en-US" sz="1200" kern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思源黑体 CN Normal" panose="020B0400000000000000" pitchFamily="34" charset="-122"/>
                </a:rPr>
                <a:t>单击此处输入你的正文，文字是您思想的提炼，</a:t>
              </a:r>
              <a:r>
                <a:rPr lang="zh-CN" altLang="zh-CN" sz="12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思源黑体 CN Normal" panose="020B0400000000000000" pitchFamily="34" charset="-122"/>
                </a:rPr>
                <a:t>请尽量言简意赅的阐述观点</a:t>
              </a:r>
              <a:endParaRPr lang="zh-CN" alt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386642" y="2874758"/>
              <a:ext cx="1877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2191F"/>
                  </a:solidFill>
                  <a:latin typeface="+mj-ea"/>
                  <a:ea typeface="+mj-ea"/>
                </a:rPr>
                <a:t>添加标题</a:t>
              </a:r>
              <a:endParaRPr lang="zh-CN" altLang="en-US" dirty="0">
                <a:solidFill>
                  <a:srgbClr val="02191F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056942" y="4279900"/>
            <a:ext cx="3070467" cy="1014492"/>
            <a:chOff x="4386642" y="2874758"/>
            <a:chExt cx="3070467" cy="1014492"/>
          </a:xfrm>
        </p:grpSpPr>
        <p:sp>
          <p:nvSpPr>
            <p:cNvPr id="18" name="文本框 17"/>
            <p:cNvSpPr txBox="1"/>
            <p:nvPr/>
          </p:nvSpPr>
          <p:spPr>
            <a:xfrm>
              <a:off x="4386642" y="3244090"/>
              <a:ext cx="3070467" cy="645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en-US" sz="1200" kern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思源黑体 CN Normal" panose="020B0400000000000000" pitchFamily="34" charset="-122"/>
                </a:rPr>
                <a:t>单击此处输入你的正文，文字是您思想的提炼，</a:t>
              </a:r>
              <a:r>
                <a:rPr lang="zh-CN" altLang="zh-CN" sz="12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思源黑体 CN Normal" panose="020B0400000000000000" pitchFamily="34" charset="-122"/>
                </a:rPr>
                <a:t>请尽量言简意赅的阐述观点</a:t>
              </a:r>
              <a:endParaRPr lang="zh-CN" alt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386642" y="2874758"/>
              <a:ext cx="1877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2191F"/>
                  </a:solidFill>
                  <a:latin typeface="+mj-ea"/>
                  <a:ea typeface="+mj-ea"/>
                </a:rPr>
                <a:t>添加标题</a:t>
              </a:r>
              <a:endParaRPr lang="zh-CN" altLang="en-US" dirty="0">
                <a:solidFill>
                  <a:srgbClr val="02191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5679271" y="4049640"/>
            <a:ext cx="13028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ln>
                  <a:gradFill>
                    <a:gsLst>
                      <a:gs pos="0">
                        <a:srgbClr val="FF9E63"/>
                      </a:gs>
                      <a:gs pos="72000">
                        <a:srgbClr val="FF9E63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+mj-ea"/>
                <a:ea typeface="+mj-ea"/>
              </a:rPr>
              <a:t>03</a:t>
            </a:r>
            <a:endParaRPr lang="en-US" altLang="zh-CN" sz="5400" dirty="0">
              <a:ln>
                <a:gradFill>
                  <a:gsLst>
                    <a:gs pos="0">
                      <a:srgbClr val="FF9E63"/>
                    </a:gs>
                    <a:gs pos="72000">
                      <a:srgbClr val="FF9E63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+mj-ea"/>
              <a:ea typeface="+mj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679271" y="2137450"/>
            <a:ext cx="13028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ln>
                  <a:gradFill>
                    <a:gsLst>
                      <a:gs pos="0">
                        <a:srgbClr val="FF9E63"/>
                      </a:gs>
                      <a:gs pos="72000">
                        <a:srgbClr val="FF9E63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+mj-ea"/>
                <a:ea typeface="+mj-ea"/>
              </a:rPr>
              <a:t>01</a:t>
            </a:r>
            <a:endParaRPr lang="en-US" altLang="zh-CN" sz="5400" dirty="0">
              <a:ln>
                <a:gradFill>
                  <a:gsLst>
                    <a:gs pos="0">
                      <a:srgbClr val="FF9E63"/>
                    </a:gs>
                    <a:gs pos="72000">
                      <a:srgbClr val="FF9E63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+mj-ea"/>
              <a:ea typeface="+mj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595108" y="4049640"/>
            <a:ext cx="13028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ln>
                  <a:gradFill>
                    <a:gsLst>
                      <a:gs pos="0">
                        <a:srgbClr val="FF9E63"/>
                      </a:gs>
                      <a:gs pos="72000">
                        <a:srgbClr val="FF9E63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+mj-ea"/>
                <a:ea typeface="+mj-ea"/>
              </a:rPr>
              <a:t>04</a:t>
            </a:r>
            <a:endParaRPr lang="en-US" altLang="zh-CN" sz="5400" dirty="0">
              <a:ln>
                <a:gradFill>
                  <a:gsLst>
                    <a:gs pos="0">
                      <a:srgbClr val="FF9E63"/>
                    </a:gs>
                    <a:gs pos="72000">
                      <a:srgbClr val="FF9E63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+mj-ea"/>
              <a:ea typeface="+mj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595108" y="2137450"/>
            <a:ext cx="13028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ln>
                  <a:gradFill>
                    <a:gsLst>
                      <a:gs pos="0">
                        <a:srgbClr val="FF9E63"/>
                      </a:gs>
                      <a:gs pos="72000">
                        <a:srgbClr val="FF9E63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+mj-ea"/>
                <a:ea typeface="+mj-ea"/>
              </a:rPr>
              <a:t>02</a:t>
            </a:r>
            <a:endParaRPr lang="en-US" altLang="zh-CN" sz="5400" dirty="0">
              <a:ln>
                <a:gradFill>
                  <a:gsLst>
                    <a:gs pos="0">
                      <a:srgbClr val="FF9E63"/>
                    </a:gs>
                    <a:gs pos="72000">
                      <a:srgbClr val="FF9E63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+mj-ea"/>
              <a:ea typeface="+mj-ea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140757" y="2544250"/>
            <a:ext cx="1853510" cy="497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dist="63500" dir="2700000" algn="tl" rotWithShape="0">
              <a:srgbClr val="197C89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2191F"/>
                </a:solidFill>
                <a:latin typeface="微软雅黑" panose="020B0503020204020204" charset="-122"/>
                <a:ea typeface="微软雅黑" panose="020B0503020204020204" charset="-122"/>
              </a:rPr>
              <a:t>keyword</a:t>
            </a:r>
            <a:endParaRPr lang="en-US" altLang="zh-CN" sz="1600" dirty="0">
              <a:solidFill>
                <a:srgbClr val="0219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1140757" y="3260263"/>
            <a:ext cx="1853510" cy="497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dist="63500" dir="2700000" algn="tl" rotWithShape="0">
              <a:srgbClr val="197C89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2191F"/>
                </a:solidFill>
                <a:latin typeface="微软雅黑" panose="020B0503020204020204" charset="-122"/>
                <a:ea typeface="微软雅黑" panose="020B0503020204020204" charset="-122"/>
              </a:rPr>
              <a:t>keyword</a:t>
            </a:r>
            <a:endParaRPr lang="en-US" altLang="zh-CN" sz="1600" dirty="0">
              <a:solidFill>
                <a:srgbClr val="0219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140757" y="3976276"/>
            <a:ext cx="1853510" cy="497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dist="63500" dir="2700000" algn="tl" rotWithShape="0">
              <a:srgbClr val="197C89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2191F"/>
                </a:solidFill>
                <a:latin typeface="微软雅黑" panose="020B0503020204020204" charset="-122"/>
                <a:ea typeface="微软雅黑" panose="020B0503020204020204" charset="-122"/>
              </a:rPr>
              <a:t>keyword</a:t>
            </a:r>
            <a:endParaRPr lang="en-US" altLang="zh-CN" sz="1600" dirty="0">
              <a:solidFill>
                <a:srgbClr val="0219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140757" y="4692290"/>
            <a:ext cx="1853510" cy="497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dist="63500" dir="2700000" algn="tl" rotWithShape="0">
              <a:srgbClr val="197C89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2191F"/>
                </a:solidFill>
                <a:latin typeface="微软雅黑" panose="020B0503020204020204" charset="-122"/>
                <a:ea typeface="微软雅黑" panose="020B0503020204020204" charset="-122"/>
              </a:rPr>
              <a:t>keyword</a:t>
            </a:r>
            <a:endParaRPr lang="en-US" altLang="zh-CN" sz="1600" dirty="0">
              <a:solidFill>
                <a:srgbClr val="0219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4000500" y="3848100"/>
            <a:ext cx="6897454" cy="0"/>
          </a:xfrm>
          <a:prstGeom prst="line">
            <a:avLst/>
          </a:prstGeom>
          <a:ln>
            <a:solidFill>
              <a:srgbClr val="D9F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7493000" y="2137450"/>
            <a:ext cx="0" cy="3463250"/>
          </a:xfrm>
          <a:prstGeom prst="line">
            <a:avLst/>
          </a:prstGeom>
          <a:ln>
            <a:solidFill>
              <a:srgbClr val="D9F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 userDrawn="1"/>
        </p:nvSpPr>
        <p:spPr>
          <a:xfrm>
            <a:off x="469583" y="577059"/>
            <a:ext cx="3563937" cy="20715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9E63">
                  <a:alpha val="0"/>
                </a:srgbClr>
              </a:gs>
              <a:gs pos="100000">
                <a:srgbClr val="FF9E63">
                  <a:lumMod val="30000"/>
                  <a:lumOff val="7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dirty="0"/>
          </a:p>
        </p:txBody>
      </p:sp>
      <p:sp>
        <p:nvSpPr>
          <p:cNvPr id="37" name="文本框 36"/>
          <p:cNvSpPr txBox="1"/>
          <p:nvPr/>
        </p:nvSpPr>
        <p:spPr>
          <a:xfrm>
            <a:off x="1174819" y="316805"/>
            <a:ext cx="2226241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2191F"/>
                </a:solidFill>
                <a:latin typeface="+mj-ea"/>
                <a:ea typeface="+mj-ea"/>
              </a:rPr>
              <a:t>xxx</a:t>
            </a:r>
            <a:endParaRPr lang="en-US" altLang="zh-CN" sz="2400" b="1" dirty="0">
              <a:solidFill>
                <a:srgbClr val="02191F"/>
              </a:solidFill>
              <a:latin typeface="+mj-ea"/>
              <a:ea typeface="+mj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59644" y="316805"/>
            <a:ext cx="1102614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n w="12700">
                  <a:solidFill>
                    <a:srgbClr val="FF9E63"/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en-US" altLang="zh-CN" sz="2400" b="1" dirty="0">
              <a:ln w="12700">
                <a:solidFill>
                  <a:srgbClr val="FF9E63"/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441826" y="838669"/>
            <a:ext cx="11188065" cy="0"/>
          </a:xfrm>
          <a:prstGeom prst="line">
            <a:avLst/>
          </a:prstGeom>
          <a:ln>
            <a:solidFill>
              <a:srgbClr val="FF9E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6" name="图片 135" descr="天马集团_画板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614660" y="-7620"/>
            <a:ext cx="1125855" cy="11258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1007110" y="1213485"/>
            <a:ext cx="5882640" cy="2755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cap="all" dirty="0">
                <a:ln>
                  <a:noFill/>
                </a:ln>
                <a:solidFill>
                  <a:srgbClr val="FF7A29"/>
                </a:solidFill>
                <a:latin typeface="+mj-ea"/>
                <a:ea typeface="+mj-ea"/>
              </a:rPr>
              <a:t>Hundred-person reserve training program</a:t>
            </a:r>
            <a:endParaRPr lang="en-US" altLang="zh-CN" sz="1200" cap="all" dirty="0">
              <a:ln>
                <a:noFill/>
              </a:ln>
              <a:solidFill>
                <a:srgbClr val="FF7A29"/>
              </a:solidFill>
              <a:latin typeface="+mj-ea"/>
              <a:ea typeface="+mj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07110" y="4141304"/>
            <a:ext cx="5044817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汇报：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x期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小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时间：20250818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: 空心 34"/>
          <p:cNvSpPr/>
          <p:nvPr/>
        </p:nvSpPr>
        <p:spPr>
          <a:xfrm rot="18000000">
            <a:off x="7463790" y="754380"/>
            <a:ext cx="5303520" cy="5303520"/>
          </a:xfrm>
          <a:prstGeom prst="donut">
            <a:avLst>
              <a:gd name="adj" fmla="val 19187"/>
            </a:avLst>
          </a:prstGeom>
          <a:gradFill flip="none" rotWithShape="1">
            <a:gsLst>
              <a:gs pos="0">
                <a:srgbClr val="FF9E63">
                  <a:alpha val="0"/>
                </a:srgbClr>
              </a:gs>
              <a:gs pos="99000">
                <a:srgbClr val="FF9E63">
                  <a:alpha val="10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rcRect r="14623" b="49190"/>
          <a:stretch>
            <a:fillRect/>
          </a:stretch>
        </p:blipFill>
        <p:spPr>
          <a:xfrm>
            <a:off x="7006590" y="2026920"/>
            <a:ext cx="5092065" cy="4030980"/>
          </a:xfrm>
          <a:prstGeom prst="rect">
            <a:avLst/>
          </a:prstGeom>
        </p:spPr>
      </p:pic>
      <p:sp>
        <p:nvSpPr>
          <p:cNvPr id="37" name="任意多边形 36"/>
          <p:cNvSpPr/>
          <p:nvPr/>
        </p:nvSpPr>
        <p:spPr>
          <a:xfrm flipH="1">
            <a:off x="0" y="3812540"/>
            <a:ext cx="12192000" cy="304546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9189" h="4796">
                <a:moveTo>
                  <a:pt x="19189" y="2987"/>
                </a:moveTo>
                <a:lnTo>
                  <a:pt x="19189" y="4796"/>
                </a:lnTo>
                <a:lnTo>
                  <a:pt x="0" y="4796"/>
                </a:lnTo>
                <a:lnTo>
                  <a:pt x="0" y="0"/>
                </a:lnTo>
                <a:lnTo>
                  <a:pt x="77" y="65"/>
                </a:lnTo>
                <a:lnTo>
                  <a:pt x="294" y="237"/>
                </a:lnTo>
                <a:lnTo>
                  <a:pt x="517" y="405"/>
                </a:lnTo>
                <a:lnTo>
                  <a:pt x="747" y="571"/>
                </a:lnTo>
                <a:lnTo>
                  <a:pt x="985" y="733"/>
                </a:lnTo>
                <a:lnTo>
                  <a:pt x="1229" y="892"/>
                </a:lnTo>
                <a:lnTo>
                  <a:pt x="1480" y="1047"/>
                </a:lnTo>
                <a:lnTo>
                  <a:pt x="1738" y="1199"/>
                </a:lnTo>
                <a:lnTo>
                  <a:pt x="2002" y="1348"/>
                </a:lnTo>
                <a:lnTo>
                  <a:pt x="2272" y="1492"/>
                </a:lnTo>
                <a:lnTo>
                  <a:pt x="2549" y="1633"/>
                </a:lnTo>
                <a:lnTo>
                  <a:pt x="2831" y="1771"/>
                </a:lnTo>
                <a:lnTo>
                  <a:pt x="3120" y="1904"/>
                </a:lnTo>
                <a:lnTo>
                  <a:pt x="3414" y="2034"/>
                </a:lnTo>
                <a:lnTo>
                  <a:pt x="3714" y="2159"/>
                </a:lnTo>
                <a:lnTo>
                  <a:pt x="4020" y="2281"/>
                </a:lnTo>
                <a:lnTo>
                  <a:pt x="4331" y="2398"/>
                </a:lnTo>
                <a:lnTo>
                  <a:pt x="4648" y="2511"/>
                </a:lnTo>
                <a:lnTo>
                  <a:pt x="4969" y="2620"/>
                </a:lnTo>
                <a:lnTo>
                  <a:pt x="5296" y="2725"/>
                </a:lnTo>
                <a:lnTo>
                  <a:pt x="5628" y="2825"/>
                </a:lnTo>
                <a:lnTo>
                  <a:pt x="5964" y="2921"/>
                </a:lnTo>
                <a:lnTo>
                  <a:pt x="6305" y="3012"/>
                </a:lnTo>
                <a:lnTo>
                  <a:pt x="6651" y="3098"/>
                </a:lnTo>
                <a:lnTo>
                  <a:pt x="7001" y="3180"/>
                </a:lnTo>
                <a:lnTo>
                  <a:pt x="7356" y="3257"/>
                </a:lnTo>
                <a:lnTo>
                  <a:pt x="7714" y="3329"/>
                </a:lnTo>
                <a:lnTo>
                  <a:pt x="8077" y="3397"/>
                </a:lnTo>
                <a:lnTo>
                  <a:pt x="8444" y="3459"/>
                </a:lnTo>
                <a:lnTo>
                  <a:pt x="8814" y="3516"/>
                </a:lnTo>
                <a:lnTo>
                  <a:pt x="9188" y="3568"/>
                </a:lnTo>
                <a:lnTo>
                  <a:pt x="9566" y="3615"/>
                </a:lnTo>
                <a:lnTo>
                  <a:pt x="9947" y="3657"/>
                </a:lnTo>
                <a:lnTo>
                  <a:pt x="10332" y="3693"/>
                </a:lnTo>
                <a:lnTo>
                  <a:pt x="10720" y="3724"/>
                </a:lnTo>
                <a:lnTo>
                  <a:pt x="11110" y="3750"/>
                </a:lnTo>
                <a:lnTo>
                  <a:pt x="11504" y="3770"/>
                </a:lnTo>
                <a:lnTo>
                  <a:pt x="11900" y="3784"/>
                </a:lnTo>
                <a:lnTo>
                  <a:pt x="12299" y="3793"/>
                </a:lnTo>
                <a:lnTo>
                  <a:pt x="12701" y="3796"/>
                </a:lnTo>
                <a:lnTo>
                  <a:pt x="13103" y="3793"/>
                </a:lnTo>
                <a:lnTo>
                  <a:pt x="13502" y="3784"/>
                </a:lnTo>
                <a:lnTo>
                  <a:pt x="13898" y="3770"/>
                </a:lnTo>
                <a:lnTo>
                  <a:pt x="14292" y="3750"/>
                </a:lnTo>
                <a:lnTo>
                  <a:pt x="14682" y="3724"/>
                </a:lnTo>
                <a:lnTo>
                  <a:pt x="15070" y="3693"/>
                </a:lnTo>
                <a:lnTo>
                  <a:pt x="15455" y="3657"/>
                </a:lnTo>
                <a:lnTo>
                  <a:pt x="15836" y="3615"/>
                </a:lnTo>
                <a:lnTo>
                  <a:pt x="16214" y="3568"/>
                </a:lnTo>
                <a:lnTo>
                  <a:pt x="16588" y="3516"/>
                </a:lnTo>
                <a:lnTo>
                  <a:pt x="16958" y="3459"/>
                </a:lnTo>
                <a:lnTo>
                  <a:pt x="17325" y="3397"/>
                </a:lnTo>
                <a:lnTo>
                  <a:pt x="17688" y="3329"/>
                </a:lnTo>
                <a:lnTo>
                  <a:pt x="18046" y="3257"/>
                </a:lnTo>
                <a:lnTo>
                  <a:pt x="18401" y="3180"/>
                </a:lnTo>
                <a:lnTo>
                  <a:pt x="18751" y="3098"/>
                </a:lnTo>
                <a:lnTo>
                  <a:pt x="19097" y="3012"/>
                </a:lnTo>
                <a:lnTo>
                  <a:pt x="19189" y="2987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任意多边形 51"/>
          <p:cNvSpPr/>
          <p:nvPr/>
        </p:nvSpPr>
        <p:spPr>
          <a:xfrm flipH="1">
            <a:off x="-10795" y="4213860"/>
            <a:ext cx="12202795" cy="264858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9209" h="4888">
                <a:moveTo>
                  <a:pt x="19209" y="3079"/>
                </a:moveTo>
                <a:lnTo>
                  <a:pt x="19209" y="4888"/>
                </a:lnTo>
                <a:lnTo>
                  <a:pt x="0" y="4888"/>
                </a:lnTo>
                <a:lnTo>
                  <a:pt x="0" y="0"/>
                </a:lnTo>
                <a:lnTo>
                  <a:pt x="77" y="65"/>
                </a:lnTo>
                <a:lnTo>
                  <a:pt x="294" y="237"/>
                </a:lnTo>
                <a:lnTo>
                  <a:pt x="518" y="405"/>
                </a:lnTo>
                <a:lnTo>
                  <a:pt x="748" y="571"/>
                </a:lnTo>
                <a:lnTo>
                  <a:pt x="986" y="733"/>
                </a:lnTo>
                <a:lnTo>
                  <a:pt x="1230" y="892"/>
                </a:lnTo>
                <a:lnTo>
                  <a:pt x="1482" y="1047"/>
                </a:lnTo>
                <a:lnTo>
                  <a:pt x="1740" y="1199"/>
                </a:lnTo>
                <a:lnTo>
                  <a:pt x="2004" y="1348"/>
                </a:lnTo>
                <a:lnTo>
                  <a:pt x="2274" y="1492"/>
                </a:lnTo>
                <a:lnTo>
                  <a:pt x="2552" y="1633"/>
                </a:lnTo>
                <a:lnTo>
                  <a:pt x="2834" y="1771"/>
                </a:lnTo>
                <a:lnTo>
                  <a:pt x="3123" y="1904"/>
                </a:lnTo>
                <a:lnTo>
                  <a:pt x="3418" y="2034"/>
                </a:lnTo>
                <a:lnTo>
                  <a:pt x="3718" y="2159"/>
                </a:lnTo>
                <a:lnTo>
                  <a:pt x="4024" y="2281"/>
                </a:lnTo>
                <a:lnTo>
                  <a:pt x="4336" y="2398"/>
                </a:lnTo>
                <a:lnTo>
                  <a:pt x="4653" y="2511"/>
                </a:lnTo>
                <a:lnTo>
                  <a:pt x="4974" y="2620"/>
                </a:lnTo>
                <a:lnTo>
                  <a:pt x="5302" y="2725"/>
                </a:lnTo>
                <a:lnTo>
                  <a:pt x="5634" y="2825"/>
                </a:lnTo>
                <a:lnTo>
                  <a:pt x="5970" y="2921"/>
                </a:lnTo>
                <a:lnTo>
                  <a:pt x="6312" y="3012"/>
                </a:lnTo>
                <a:lnTo>
                  <a:pt x="6658" y="3098"/>
                </a:lnTo>
                <a:lnTo>
                  <a:pt x="7008" y="3180"/>
                </a:lnTo>
                <a:lnTo>
                  <a:pt x="7364" y="3257"/>
                </a:lnTo>
                <a:lnTo>
                  <a:pt x="7722" y="3329"/>
                </a:lnTo>
                <a:lnTo>
                  <a:pt x="8085" y="3397"/>
                </a:lnTo>
                <a:lnTo>
                  <a:pt x="8453" y="3459"/>
                </a:lnTo>
                <a:lnTo>
                  <a:pt x="8823" y="3516"/>
                </a:lnTo>
                <a:lnTo>
                  <a:pt x="9198" y="3568"/>
                </a:lnTo>
                <a:lnTo>
                  <a:pt x="9576" y="3615"/>
                </a:lnTo>
                <a:lnTo>
                  <a:pt x="9957" y="3657"/>
                </a:lnTo>
                <a:lnTo>
                  <a:pt x="10343" y="3693"/>
                </a:lnTo>
                <a:lnTo>
                  <a:pt x="10731" y="3724"/>
                </a:lnTo>
                <a:lnTo>
                  <a:pt x="11122" y="3750"/>
                </a:lnTo>
                <a:lnTo>
                  <a:pt x="11516" y="3770"/>
                </a:lnTo>
                <a:lnTo>
                  <a:pt x="11912" y="3784"/>
                </a:lnTo>
                <a:lnTo>
                  <a:pt x="12312" y="3793"/>
                </a:lnTo>
                <a:lnTo>
                  <a:pt x="12714" y="3796"/>
                </a:lnTo>
                <a:lnTo>
                  <a:pt x="13117" y="3793"/>
                </a:lnTo>
                <a:lnTo>
                  <a:pt x="13516" y="3784"/>
                </a:lnTo>
                <a:lnTo>
                  <a:pt x="13912" y="3770"/>
                </a:lnTo>
                <a:lnTo>
                  <a:pt x="14307" y="3750"/>
                </a:lnTo>
                <a:lnTo>
                  <a:pt x="14697" y="3724"/>
                </a:lnTo>
                <a:lnTo>
                  <a:pt x="15086" y="3693"/>
                </a:lnTo>
                <a:lnTo>
                  <a:pt x="15471" y="3657"/>
                </a:lnTo>
                <a:lnTo>
                  <a:pt x="15853" y="3615"/>
                </a:lnTo>
                <a:lnTo>
                  <a:pt x="16231" y="3568"/>
                </a:lnTo>
                <a:lnTo>
                  <a:pt x="16605" y="3516"/>
                </a:lnTo>
                <a:lnTo>
                  <a:pt x="16976" y="3459"/>
                </a:lnTo>
                <a:lnTo>
                  <a:pt x="17343" y="3397"/>
                </a:lnTo>
                <a:lnTo>
                  <a:pt x="17706" y="3329"/>
                </a:lnTo>
                <a:lnTo>
                  <a:pt x="18065" y="3257"/>
                </a:lnTo>
                <a:lnTo>
                  <a:pt x="18420" y="3180"/>
                </a:lnTo>
                <a:lnTo>
                  <a:pt x="18771" y="3098"/>
                </a:lnTo>
                <a:lnTo>
                  <a:pt x="19117" y="3012"/>
                </a:lnTo>
                <a:lnTo>
                  <a:pt x="19209" y="2987"/>
                </a:lnTo>
                <a:lnTo>
                  <a:pt x="19209" y="3079"/>
                </a:lnTo>
                <a:close/>
              </a:path>
            </a:pathLst>
          </a:custGeom>
          <a:solidFill>
            <a:srgbClr val="FF7A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2"/>
            </p:custDataLst>
          </p:nvPr>
        </p:nvSpPr>
        <p:spPr>
          <a:xfrm>
            <a:off x="198120" y="6405880"/>
            <a:ext cx="117963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entrepreneurship        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determination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                 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unity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                 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agility</a:t>
            </a:r>
            <a:endParaRPr lang="en-US" altLang="zh-CN" sz="1600" cap="all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6" name="图片 55" descr="天马集团_画板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29290" y="-27305"/>
            <a:ext cx="1125855" cy="1125855"/>
          </a:xfrm>
          <a:prstGeom prst="rect">
            <a:avLst/>
          </a:prstGeom>
        </p:spPr>
      </p:pic>
      <p:grpSp>
        <p:nvGrpSpPr>
          <p:cNvPr id="95" name="组合 94"/>
          <p:cNvGrpSpPr/>
          <p:nvPr/>
        </p:nvGrpSpPr>
        <p:grpSpPr>
          <a:xfrm>
            <a:off x="10583408" y="2387599"/>
            <a:ext cx="1207459" cy="413999"/>
            <a:chOff x="1892300" y="-1206499"/>
            <a:chExt cx="1274193" cy="436880"/>
          </a:xfrm>
          <a:solidFill>
            <a:srgbClr val="FF9E63"/>
          </a:solidFill>
        </p:grpSpPr>
        <p:grpSp>
          <p:nvGrpSpPr>
            <p:cNvPr id="87" name="组合 86"/>
            <p:cNvGrpSpPr/>
            <p:nvPr/>
          </p:nvGrpSpPr>
          <p:grpSpPr>
            <a:xfrm>
              <a:off x="1892300" y="-1206499"/>
              <a:ext cx="598332" cy="436880"/>
              <a:chOff x="1892300" y="-1206500"/>
              <a:chExt cx="1320800" cy="964399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18923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89" name="椭圆 88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0" name="椭圆 89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椭圆 90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椭圆 91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213614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94" name="椭圆 93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6" name="椭圆 95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" name="椭圆 96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" name="椭圆 97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" name="组合 98"/>
              <p:cNvGrpSpPr/>
              <p:nvPr/>
            </p:nvGrpSpPr>
            <p:grpSpPr>
              <a:xfrm>
                <a:off x="237998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0" name="椭圆 99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" name="椭圆 100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" name="椭圆 101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椭圆 102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4" name="组合 103"/>
              <p:cNvGrpSpPr/>
              <p:nvPr/>
            </p:nvGrpSpPr>
            <p:grpSpPr>
              <a:xfrm>
                <a:off x="262382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5" name="椭圆 104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椭圆 105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" name="椭圆 106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椭圆 107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9" name="组合 108"/>
              <p:cNvGrpSpPr/>
              <p:nvPr/>
            </p:nvGrpSpPr>
            <p:grpSpPr>
              <a:xfrm>
                <a:off x="286766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0" name="椭圆 109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" name="椭圆 110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椭圆 111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" name="椭圆 112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4" name="组合 113"/>
              <p:cNvGrpSpPr/>
              <p:nvPr/>
            </p:nvGrpSpPr>
            <p:grpSpPr>
              <a:xfrm>
                <a:off x="31115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5" name="椭圆 114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椭圆 115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椭圆 116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椭圆 117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9" name="组合 118"/>
            <p:cNvGrpSpPr/>
            <p:nvPr/>
          </p:nvGrpSpPr>
          <p:grpSpPr>
            <a:xfrm>
              <a:off x="2568161" y="-1206499"/>
              <a:ext cx="598332" cy="436880"/>
              <a:chOff x="1892300" y="-1206500"/>
              <a:chExt cx="1320800" cy="964399"/>
            </a:xfrm>
            <a:grpFill/>
          </p:grpSpPr>
          <p:grpSp>
            <p:nvGrpSpPr>
              <p:cNvPr id="120" name="组合 119"/>
              <p:cNvGrpSpPr/>
              <p:nvPr/>
            </p:nvGrpSpPr>
            <p:grpSpPr>
              <a:xfrm>
                <a:off x="18923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21" name="椭圆 120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椭圆 121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椭圆 122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椭圆 123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5" name="组合 124"/>
              <p:cNvGrpSpPr/>
              <p:nvPr/>
            </p:nvGrpSpPr>
            <p:grpSpPr>
              <a:xfrm>
                <a:off x="213614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26" name="椭圆 125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椭圆 126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椭圆 127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9" name="椭圆 128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0" name="组合 129"/>
              <p:cNvGrpSpPr/>
              <p:nvPr/>
            </p:nvGrpSpPr>
            <p:grpSpPr>
              <a:xfrm>
                <a:off x="237998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31" name="椭圆 130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椭圆 131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3" name="椭圆 132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椭圆 133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5" name="组合 134"/>
              <p:cNvGrpSpPr/>
              <p:nvPr/>
            </p:nvGrpSpPr>
            <p:grpSpPr>
              <a:xfrm>
                <a:off x="262382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36" name="椭圆 135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7" name="椭圆 136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8" name="椭圆 137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9" name="椭圆 138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0" name="组合 139"/>
              <p:cNvGrpSpPr/>
              <p:nvPr/>
            </p:nvGrpSpPr>
            <p:grpSpPr>
              <a:xfrm>
                <a:off x="286766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41" name="椭圆 140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2" name="椭圆 141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椭圆 142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" name="椭圆 143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5" name="组合 144"/>
              <p:cNvGrpSpPr/>
              <p:nvPr/>
            </p:nvGrpSpPr>
            <p:grpSpPr>
              <a:xfrm>
                <a:off x="31115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46" name="椭圆 145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7" name="椭圆 146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8" name="椭圆 147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9" name="椭圆 148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2" name="文本框 1"/>
          <p:cNvSpPr txBox="1"/>
          <p:nvPr/>
        </p:nvSpPr>
        <p:spPr>
          <a:xfrm>
            <a:off x="1007110" y="1651635"/>
            <a:ext cx="7221855" cy="1971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百人储备</a:t>
            </a:r>
            <a:endParaRPr lang="zh-CN" altLang="en-US" sz="28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en-US" sz="6600" b="1" dirty="0">
                <a:solidFill>
                  <a:schemeClr val="tx1"/>
                </a:solidFill>
                <a:latin typeface="+mj-ea"/>
                <a:ea typeface="+mj-ea"/>
              </a:rPr>
              <a:t>THANK YOU</a:t>
            </a:r>
            <a:endParaRPr lang="en-US" sz="66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picid" val="{4fbb59a6-4ce1-4029-ada1-ca593a42f259}"/>
</p:tagLst>
</file>

<file path=ppt/tags/tag3.xml><?xml version="1.0" encoding="utf-8"?>
<p:tagLst xmlns:p="http://schemas.openxmlformats.org/presentationml/2006/main">
  <p:tag name="KSO_WM_DIAGRAM_VIRTUALLY_FRAME" val="{&quot;height&quot;:322.6914960629921,&quot;left&quot;:377.33606299212596,&quot;top&quot;:108.65417322834647,&quot;width&quot;:523.4140157480314}"/>
</p:tagLst>
</file>

<file path=ppt/tags/tag4.xml><?xml version="1.0" encoding="utf-8"?>
<p:tagLst xmlns:p="http://schemas.openxmlformats.org/presentationml/2006/main">
  <p:tag name="KSO_WM_DIAGRAM_VIRTUALLY_FRAME" val="{&quot;height&quot;:322.6914960629921,&quot;left&quot;:377.33606299212596,&quot;top&quot;:108.65417322834647,&quot;width&quot;:523.4140157480314}"/>
</p:tagLst>
</file>

<file path=ppt/tags/tag5.xml><?xml version="1.0" encoding="utf-8"?>
<p:tagLst xmlns:p="http://schemas.openxmlformats.org/presentationml/2006/main">
  <p:tag name="KSO_WM_DIAGRAM_VIRTUALLY_FRAME" val="{&quot;height&quot;:322.6914960629921,&quot;left&quot;:377.33606299212596,&quot;top&quot;:108.65417322834647,&quot;width&quot;:523.4140157480314}"/>
</p:tagLst>
</file>

<file path=ppt/tags/tag6.xml><?xml version="1.0" encoding="utf-8"?>
<p:tagLst xmlns:p="http://schemas.openxmlformats.org/presentationml/2006/main">
  <p:tag name="KSO_WM_DIAGRAM_VIRTUALLY_FRAME" val="{&quot;height&quot;:322.6914960629921,&quot;left&quot;:377.33606299212596,&quot;top&quot;:108.65417322834647,&quot;width&quot;:523.4140157480314}"/>
</p:tagLst>
</file>

<file path=ppt/tags/tag7.xml><?xml version="1.0" encoding="utf-8"?>
<p:tagLst xmlns:p="http://schemas.openxmlformats.org/presentationml/2006/main">
  <p:tag name="KSO_WM_DIAGRAM_VIRTUALLY_FRAME" val="{&quot;height&quot;:322.6914960629921,&quot;left&quot;:377.33606299212596,&quot;top&quot;:108.65417322834647,&quot;width&quot;:523.4140157480314}"/>
</p:tagLst>
</file>

<file path=ppt/tags/tag8.xml><?xml version="1.0" encoding="utf-8"?>
<p:tagLst xmlns:p="http://schemas.openxmlformats.org/presentationml/2006/main">
  <p:tag name="KSO_WM_DIAGRAM_VIRTUALLY_FRAME" val="{&quot;height&quot;:322.6914960629921,&quot;left&quot;:377.33606299212596,&quot;top&quot;:108.65417322834647,&quot;width&quot;:523.4140157480314}"/>
</p:tagLst>
</file>

<file path=ppt/tags/tag9.xml><?xml version="1.0" encoding="utf-8"?>
<p:tagLst xmlns:p="http://schemas.openxmlformats.org/presentationml/2006/main">
  <p:tag name="KSO_WM_DIAGRAM_VIRTUALLY_FRAME" val="{&quot;height&quot;:322.6914960629921,&quot;left&quot;:377.33606299212596,&quot;top&quot;:108.65417322834647,&quot;width&quot;:523.4140157480314}"/>
</p:tagLst>
</file>

<file path=ppt/tags/tag10.xml><?xml version="1.0" encoding="utf-8"?>
<p:tagLst xmlns:p="http://schemas.openxmlformats.org/presentationml/2006/main">
  <p:tag name="KSO_WM_DIAGRAM_VIRTUALLY_FRAME" val="{&quot;height&quot;:322.6914960629921,&quot;left&quot;:377.33606299212596,&quot;top&quot;:108.65417322834647,&quot;width&quot;:523.4140157480314}"/>
</p:tagLst>
</file>

<file path=ppt/tags/tag11.xml><?xml version="1.0" encoding="utf-8"?>
<p:tagLst xmlns:p="http://schemas.openxmlformats.org/presentationml/2006/main">
  <p:tag name="KSO_WM_DIAGRAM_VIRTUALLY_FRAME" val="{&quot;height&quot;:322.6914960629921,&quot;left&quot;:377.33606299212596,&quot;top&quot;:108.65417322834647,&quot;width&quot;:523.4140157480314}"/>
</p:tagLst>
</file>

<file path=ppt/tags/tag12.xml><?xml version="1.0" encoding="utf-8"?>
<p:tagLst xmlns:p="http://schemas.openxmlformats.org/presentationml/2006/main">
  <p:tag name="KSO_WM_DIAGRAM_VIRTUALLY_FRAME" val="{&quot;height&quot;:322.6914960629921,&quot;left&quot;:377.33606299212596,&quot;top&quot;:108.65417322834647,&quot;width&quot;:523.4140157480314}"/>
</p:tagLst>
</file>

<file path=ppt/tags/tag13.xml><?xml version="1.0" encoding="utf-8"?>
<p:tagLst xmlns:p="http://schemas.openxmlformats.org/presentationml/2006/main">
  <p:tag name="KSO_WM_DIAGRAM_VIRTUALLY_FRAME" val="{&quot;height&quot;:322.6914960629921,&quot;left&quot;:377.33606299212596,&quot;top&quot;:108.65417322834647,&quot;width&quot;:523.4140157480314}"/>
</p:tagLst>
</file>

<file path=ppt/tags/tag14.xml><?xml version="1.0" encoding="utf-8"?>
<p:tagLst xmlns:p="http://schemas.openxmlformats.org/presentationml/2006/main">
  <p:tag name="KSO_WM_DIAGRAM_VIRTUALLY_FRAME" val="{&quot;height&quot;:322.6914960629921,&quot;left&quot;:377.33606299212596,&quot;top&quot;:108.65417322834647,&quot;width&quot;:523.4140157480314}"/>
</p:tagLst>
</file>

<file path=ppt/tags/tag15.xml><?xml version="1.0" encoding="utf-8"?>
<p:tagLst xmlns:p="http://schemas.openxmlformats.org/presentationml/2006/main">
  <p:tag name="picid" val="{4fbb59a6-4ce1-4029-ada1-ca593a42f259}"/>
</p:tagLst>
</file>

<file path=ppt/tags/tag16.xml><?xml version="1.0" encoding="utf-8"?>
<p:tagLst xmlns:p="http://schemas.openxmlformats.org/presentationml/2006/main">
  <p:tag name="picid" val="{4fbb59a6-4ce1-4029-ada1-ca593a42f259}"/>
</p:tagLst>
</file>

<file path=ppt/tags/tag17.xml><?xml version="1.0" encoding="utf-8"?>
<p:tagLst xmlns:p="http://schemas.openxmlformats.org/presentationml/2006/main">
  <p:tag name="picid" val="{4fbb59a6-4ce1-4029-ada1-ca593a42f259}"/>
</p:tagLst>
</file>

<file path=ppt/tags/tag18.xml><?xml version="1.0" encoding="utf-8"?>
<p:tagLst xmlns:p="http://schemas.openxmlformats.org/presentationml/2006/main">
  <p:tag name="picid" val="{4fbb59a6-4ce1-4029-ada1-ca593a42f259}"/>
</p:tagLst>
</file>

<file path=ppt/tags/tag19.xml><?xml version="1.0" encoding="utf-8"?>
<p:tagLst xmlns:p="http://schemas.openxmlformats.org/presentationml/2006/main">
  <p:tag name="picid" val="{4fbb59a6-4ce1-4029-ada1-ca593a42f259}"/>
</p:tagLst>
</file>

<file path=ppt/tags/tag20.xml><?xml version="1.0" encoding="utf-8"?>
<p:tagLst xmlns:p="http://schemas.openxmlformats.org/presentationml/2006/main">
  <p:tag name="picid" val="{4fbb59a6-4ce1-4029-ada1-ca593a42f259}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picid" val="{4fbb59a6-4ce1-4029-ada1-ca593a42f259}"/>
</p:tagLst>
</file>

<file path=ppt/tags/tag23.xml><?xml version="1.0" encoding="utf-8"?>
<p:tagLst xmlns:p="http://schemas.openxmlformats.org/presentationml/2006/main">
  <p:tag name="COMMONDATA" val="eyJoZGlkIjoiY2EzZGMyZjY1YTE1M2ExMzhhOWU4MTI5ZWFlZmRiODk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D9F4FB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1441</Words>
  <Application>WPS 演示</Application>
  <PresentationFormat>宽屏</PresentationFormat>
  <Paragraphs>134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思源黑体 CN Normal</vt:lpstr>
      <vt:lpstr>黑体-简</vt:lpstr>
      <vt:lpstr>FT Thymes</vt:lpstr>
      <vt:lpstr>微软雅黑</vt:lpstr>
      <vt:lpstr>方正雅意黑 GB18030L2 R</vt:lpstr>
      <vt:lpstr>宋体</vt:lpstr>
      <vt:lpstr>Arial Unicode MS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123</dc:creator>
  <cp:lastModifiedBy>张淏宸</cp:lastModifiedBy>
  <cp:revision>124</cp:revision>
  <dcterms:created xsi:type="dcterms:W3CDTF">2026-01-03T07:52:14Z</dcterms:created>
  <dcterms:modified xsi:type="dcterms:W3CDTF">2026-01-03T07:52:14Z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55E20681FC184C26B53904540D5B514E_11</vt:lpwstr>
  </property>
  <property fmtid="{D5CDD505-2E9C-101B-9397-08002B2CF9AE}" pid="3" name="KSOProductBuildVer">
    <vt:lpwstr>2052-12.1.3.24664</vt:lpwstr>
  </property>
  <property fmtid="{D5CDD505-2E9C-101B-9397-08002B2CF9AE}" pid="4" name="KSOTemplateUUID">
    <vt:lpwstr>v1.0_mb_DBjqdPpkaUlSjbmHcogpjg==</vt:lpwstr>
  </property>
</Properties>
</file>