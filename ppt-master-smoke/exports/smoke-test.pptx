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-master-smok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-master-smok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914400" y="914400"/>
            <a:ext cx="114300" cy="50292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504950" y="2244090"/>
            <a:ext cx="4724400" cy="1429703"/>
            <a:chOff x="1504950" y="2244090"/>
            <a:chExt cx="4724400" cy="1429703"/>
          </a:xfrm>
        </p:grpSpPr>
        <p:sp>
          <p:nvSpPr>
            <p:cNvPr id="3" name="TextBox 3"/>
            <p:cNvSpPr txBox="1"/>
            <p:nvPr/>
          </p:nvSpPr>
          <p:spPr>
            <a:xfrm>
              <a:off x="1504950" y="2244090"/>
              <a:ext cx="38288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F8FAFC"/>
                  </a:solidFill>
                  <a:latin typeface="Arial"/>
                  <a:ea typeface="Arial"/>
                  <a:cs typeface="Arial"/>
                </a:rPr>
                <a:t>PPT Master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512570" y="3233738"/>
              <a:ext cx="47167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BAE6FD"/>
                  </a:solidFill>
                  <a:latin typeface="Arial"/>
                  <a:ea typeface="Arial"/>
                  <a:cs typeface="Arial"/>
                </a:rPr>
                <a:t>Editable PowerPoint smoke test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24000" y="4333875"/>
            <a:ext cx="2381250" cy="628650"/>
            <a:chOff x="1524000" y="4333875"/>
            <a:chExt cx="2381250" cy="628650"/>
          </a:xfrm>
        </p:grpSpPr>
        <p:sp>
          <p:nvSpPr>
            <p:cNvPr id="6" name="Rectangle 6"/>
            <p:cNvSpPr/>
            <p:nvPr/>
          </p:nvSpPr>
          <p:spPr>
            <a:xfrm>
              <a:off x="1524000" y="4333875"/>
              <a:ext cx="2381250" cy="628650"/>
            </a:xfrm>
            <a:prstGeom prst="roundRect">
              <a:avLst>
                <a:gd name="adj" fmla="val 24242"/>
              </a:avLst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43481" y="4558665"/>
              <a:ext cx="18374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Deployment OK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ppt-master-smoke">
  <a:themeElements>
    <a:clrScheme name="ppt-master-smok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-master-smok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-master-smok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2026-08-12T13:35:35Z</dcterms:created>
  <dcterms:modified xsi:type="dcterms:W3CDTF">2026-08-12T13:35:35Z</dcterms:modified>
  <cp:category/>
  <cp:contentStatus/>
</cp:coreProperties>
</file>